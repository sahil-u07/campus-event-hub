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29fd6bc-9a6f-85df-75fe-2f7e5d03d891}">
          <p14:sldIdLst>
            <p14:sldId id="256"/>
            <p14:sldId id="257"/>
            <p14:sldId id="258"/>
          </p14:sldIdLst>
        </p14:section>
        <p14:section name="The product" id="{b88cb10c-e1c9-792e-2e4c-571667f88e48}">
          <p14:sldIdLst>
            <p14:sldId id="259"/>
            <p14:sldId id="260"/>
            <p14:sldId id="261"/>
            <p14:sldId id="262"/>
            <p14:sldId id="263"/>
          </p14:sldIdLst>
        </p14:section>
        <p14:section name="Under the hood" id="{ec024a83-dd00-29df-d12f-e86fb4f834fd}">
          <p14:sldIdLst>
            <p14:sldId id="264"/>
            <p14:sldId id="265"/>
            <p14:sldId id="266"/>
            <p14:sldId id="267"/>
          </p14:sldIdLst>
        </p14:section>
        <p14:section name="Wrap-up" id="{641ada97-9e58-1ead-6af0-6fbfb6181a18}">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in one line: Campus Event Hub, a web app where students find events, get a seat or join a waitlist, and hosts manage who comes. It is live on the internet, and I will show real screens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from both sides. Students do not know what is on or if there is space. Hosts do not know who is coming. The project puts all of that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moments a student or host goes through: find an event, register, wait if it is full, and check in on the day. The chips are the extras around that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numbered dots on the screenshot match the list. Show the live search first because it is the AJAX part of the syllabus: the page does not reload, jQuery asks the server for JSON and redraws the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full event, so the person is on the waitlist at position one. The same button is used for register, join waitlist and cancel, and the server decides which one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three seats are taken, two people wait. When A cancels, the first person on the waitlist is confirmed and told. Right: the lock is what makes the last seat safe. The code shown is a simplified version of the real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person who created the event can open this page. Everyone else gets a 403 error. The check-in switch calls the server without reloading, and the CSV protects against spreadsheet formula injection.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bell is the main channel and works on the live site today. Email is built and tested but only sends when mail settings are added, so on the live site the alerts show in the bell. SMS is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tile to the course outline. NodeJS and AngularJS are in the syllabus but are not used in this project. MySQL is supported by the code and the schema file, but the tested setups are SQLite on a computer and PostgreSQL on the live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Django follows Model, View, Template. The browser sends GET and POST requests with a CSRF token and gets HTML pages or JSON back. Django talks to the database only through the ORM, so the same code runs on SQLite, MySQL or PostgreSQL. Every push to GitHub is built and deployed by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is the centre. A category groups events and a user hosts them. Registration links a user to an event and holds the status and check-in flag, and a database constraint stops one person taking two seats. SavedEvent and Notification are the two newest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tests run with python manage.py test on an in-memory database. Two real bugs came out of the review and testing rounds: a crash when a filter value was a superscript digit, and a time label that never showed just now. Both have tests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live site on a phone by scanning the code. The repository link is on the last slide. Accounts on the live site are separate from any account on a local computer, because each has its own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saying what you would do next. Each item needs something outside the code: mail settings, file storage, or a MySQL server.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END-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6419088"/>
            <a:ext cx="5486400" cy="274320"/>
          </a:xfrm>
          <a:prstGeom prst="rect">
            <a:avLst/>
          </a:prstGeom>
          <a:noFill/>
          <a:ln/>
        </p:spPr>
        <p:txBody>
          <a:bodyPr wrap="square" lIns="0" tIns="0" rIns="0" bIns="0" rtlCol="0" anchor="ctr"/>
          <a:lstStyle/>
          <a:p>
            <a:pPr indent="0" marL="0">
              <a:buNone/>
            </a:pPr>
            <a:r>
              <a:rPr lang="en-US" sz="1000" dirty="0">
                <a:solidFill>
                  <a:srgbClr val="A3AED0"/>
                </a:solidFill>
                <a:latin typeface="Calibri" pitchFamily="34" charset="0"/>
                <a:ea typeface="Calibri" pitchFamily="34" charset="-122"/>
                <a:cs typeface="Calibri" pitchFamily="34" charset="-120"/>
              </a:rPr>
              <a:t>Campus Event Hub  ·  Sahil Lenka  ·  2427010391</a:t>
            </a:r>
            <a:endParaRPr lang="en-US" sz="1000" dirty="0"/>
          </a:p>
        </p:txBody>
      </p:sp>
      <p:sp>
        <p:nvSpPr>
          <p:cNvPr id="3" name="Text 1"/>
          <p:cNvSpPr/>
          <p:nvPr>
            <p:ph idx="101" type="title" hasCustomPrompt="1"/>
          </p:nvPr>
        </p:nvSpPr>
        <p:spPr>
          <a:xfrm>
            <a:off x="640080" y="457200"/>
            <a:ext cx="10908792" cy="777240"/>
          </a:xfrm>
          <a:prstGeom prst="rect">
            <a:avLst/>
          </a:prstGeom>
          <a:noFill/>
          <a:ln/>
        </p:spPr>
        <p:txBody>
          <a:bodyPr wrap="square" rtlCol="0"/>
          <a:lstStyle>
            <a:lvl1pPr algn="l" indent="0" marL="0">
              <a:buNone/>
              <a:defRPr lang="en-US" sz="2600" dirty="0">
                <a:solidFill>
                  <a:srgbClr val="F1F5F9"/>
                </a:solidFill>
                <a:latin typeface="Arial Black" pitchFamily="34" charset="0"/>
                <a:ea typeface="Arial Black" pitchFamily="34" charset="-122"/>
                <a:cs typeface="Arial Black"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06424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ED0"/>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ED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4.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ampus-event-hub-lake.vercel.app" TargetMode="External"/><Relationship Id="rId2" Type="http://schemas.openxmlformats.org/officeDocument/2006/relationships/hyperlink" Target="https://github.com/Sahil-u07/campus-event-hub" TargetMode="External"/><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rb"/>
          <p:cNvSpPr/>
          <p:nvPr/>
        </p:nvSpPr>
        <p:spPr>
          <a:xfrm>
            <a:off x="7132320" y="-1097280"/>
            <a:ext cx="5943600" cy="5943600"/>
          </a:xfrm>
          <a:prstGeom prst="ellipse">
            <a:avLst/>
          </a:prstGeom>
          <a:solidFill>
            <a:srgbClr val="6366F1">
              <a:alpha val="38000"/>
            </a:srgbClr>
          </a:solidFill>
          <a:ln w="12700">
            <a:solidFill>
              <a:srgbClr val="6366F1"/>
            </a:solidFill>
            <a:prstDash val="solid"/>
          </a:ln>
          <a:effectLst>
            <a:softEdge rad="1700000"/>
          </a:effectLst>
        </p:spPr>
      </p:sp>
      <p:sp>
        <p:nvSpPr>
          <p:cNvPr id="3" name="anim-1-1"/>
          <p:cNvSpPr txBox="1"/>
          <p:nvPr/>
        </p:nvSpPr>
        <p:spPr>
          <a:xfrm>
            <a:off x="731520" y="777240"/>
            <a:ext cx="5486400" cy="274320"/>
          </a:xfrm>
          <a:prstGeom prst="rect">
            <a:avLst/>
          </a:prstGeom>
          <a:noFill/>
          <a:ln/>
        </p:spPr>
        <p:txBody>
          <a:bodyPr wrap="square" lIns="0" tIns="0" rIns="0" bIns="0" rtlCol="0" anchor="t"/>
          <a:lstStyle/>
          <a:p>
            <a:pPr indent="0" marL="0">
              <a:buNone/>
            </a:pPr>
            <a:r>
              <a:rPr lang="en-US" sz="1300" b="1" spc="200" kern="0" dirty="0">
                <a:solidFill>
                  <a:srgbClr val="A5B4FC"/>
                </a:solidFill>
                <a:latin typeface="Calibri" pitchFamily="34" charset="0"/>
                <a:ea typeface="Calibri" pitchFamily="34" charset="-122"/>
                <a:cs typeface="Calibri" pitchFamily="34" charset="-120"/>
              </a:rPr>
              <a:t>WEB TECHNOLOGIES  ·  AIM3140  ·  PROJECT</a:t>
            </a:r>
            <a:endParaRPr lang="en-US" sz="1300" dirty="0"/>
          </a:p>
        </p:txBody>
      </p:sp>
      <p:sp>
        <p:nvSpPr>
          <p:cNvPr id="4" name="anim-2-2"/>
          <p:cNvSpPr txBox="1"/>
          <p:nvPr/>
        </p:nvSpPr>
        <p:spPr>
          <a:xfrm>
            <a:off x="731520" y="1325880"/>
            <a:ext cx="5303520" cy="1005840"/>
          </a:xfrm>
          <a:prstGeom prst="rect">
            <a:avLst/>
          </a:prstGeom>
          <a:noFill/>
          <a:ln/>
        </p:spPr>
        <p:txBody>
          <a:bodyPr wrap="square" lIns="0" tIns="0" rIns="0" bIns="0" rtlCol="0" anchor="ctr"/>
          <a:lstStyle/>
          <a:p>
            <a:pPr indent="0" marL="0">
              <a:buNone/>
            </a:pPr>
            <a:r>
              <a:rPr lang="en-US" sz="6000" dirty="0">
                <a:solidFill>
                  <a:srgbClr val="F1F5F9"/>
                </a:solidFill>
                <a:latin typeface="Arial Black" pitchFamily="34" charset="0"/>
                <a:ea typeface="Arial Black" pitchFamily="34" charset="-122"/>
                <a:cs typeface="Arial Black" pitchFamily="34" charset="-120"/>
              </a:rPr>
              <a:t>Campus</a:t>
            </a:r>
            <a:endParaRPr lang="en-US" sz="6000" dirty="0"/>
          </a:p>
        </p:txBody>
      </p:sp>
      <p:sp>
        <p:nvSpPr>
          <p:cNvPr id="5" name="anim-3-3"/>
          <p:cNvSpPr txBox="1"/>
          <p:nvPr/>
        </p:nvSpPr>
        <p:spPr>
          <a:xfrm>
            <a:off x="731520" y="2331720"/>
            <a:ext cx="5303520" cy="1005840"/>
          </a:xfrm>
          <a:prstGeom prst="rect">
            <a:avLst/>
          </a:prstGeom>
          <a:noFill/>
          <a:ln/>
        </p:spPr>
        <p:txBody>
          <a:bodyPr wrap="square" lIns="0" tIns="0" rIns="0" bIns="0" rtlCol="0" anchor="ctr"/>
          <a:lstStyle/>
          <a:p>
            <a:pPr indent="0" marL="0">
              <a:buNone/>
            </a:pPr>
            <a:r>
              <a:rPr lang="en-US" sz="6000" dirty="0">
                <a:solidFill>
                  <a:srgbClr val="F472B6"/>
                </a:solidFill>
                <a:latin typeface="Arial Black" pitchFamily="34" charset="0"/>
                <a:ea typeface="Arial Black" pitchFamily="34" charset="-122"/>
                <a:cs typeface="Arial Black" pitchFamily="34" charset="-120"/>
              </a:rPr>
              <a:t>Event Hub</a:t>
            </a:r>
            <a:endParaRPr lang="en-US" sz="6000" dirty="0"/>
          </a:p>
        </p:txBody>
      </p:sp>
      <p:sp>
        <p:nvSpPr>
          <p:cNvPr id="6" name="anim-4-4"/>
          <p:cNvSpPr txBox="1"/>
          <p:nvPr/>
        </p:nvSpPr>
        <p:spPr>
          <a:xfrm>
            <a:off x="731520" y="3520440"/>
            <a:ext cx="5120640" cy="457200"/>
          </a:xfrm>
          <a:prstGeom prst="rect">
            <a:avLst/>
          </a:prstGeom>
          <a:noFill/>
          <a:ln/>
        </p:spPr>
        <p:txBody>
          <a:bodyPr wrap="square" lIns="0" tIns="0" rIns="0" bIns="0" rtlCol="0" anchor="t"/>
          <a:lstStyle/>
          <a:p>
            <a:pPr indent="0" marL="0">
              <a:buNone/>
            </a:pPr>
            <a:r>
              <a:rPr lang="en-US" sz="2600" b="1" dirty="0">
                <a:solidFill>
                  <a:srgbClr val="F1F5F9"/>
                </a:solidFill>
                <a:latin typeface="Calibri" pitchFamily="34" charset="0"/>
                <a:ea typeface="Calibri" pitchFamily="34" charset="-122"/>
                <a:cs typeface="Calibri" pitchFamily="34" charset="-120"/>
              </a:rPr>
              <a:t>Find it. Join it. Host it.</a:t>
            </a:r>
            <a:endParaRPr lang="en-US" sz="2600" dirty="0"/>
          </a:p>
        </p:txBody>
      </p:sp>
      <p:sp>
        <p:nvSpPr>
          <p:cNvPr id="7" name="anim-4-5"/>
          <p:cNvSpPr txBox="1"/>
          <p:nvPr/>
        </p:nvSpPr>
        <p:spPr>
          <a:xfrm>
            <a:off x="731520" y="4023360"/>
            <a:ext cx="4846320" cy="731520"/>
          </a:xfrm>
          <a:prstGeom prst="rect">
            <a:avLst/>
          </a:prstGeom>
          <a:noFill/>
          <a:ln/>
        </p:spPr>
        <p:txBody>
          <a:bodyPr wrap="square" lIns="0" tIns="0" rIns="0" bIns="0" rtlCol="0" anchor="t"/>
          <a:lstStyle/>
          <a:p>
            <a:pPr indent="0" marL="0">
              <a:buNone/>
            </a:pPr>
            <a:r>
              <a:rPr lang="en-US" sz="1600" dirty="0">
                <a:solidFill>
                  <a:srgbClr val="A3AED0"/>
                </a:solidFill>
                <a:latin typeface="Calibri" pitchFamily="34" charset="0"/>
                <a:ea typeface="Calibri" pitchFamily="34" charset="-122"/>
                <a:cs typeface="Calibri" pitchFamily="34" charset="-120"/>
              </a:rPr>
              <a:t>An event platform for campus life, with a waitlist that moves by itself.</a:t>
            </a:r>
            <a:endParaRPr lang="en-US" sz="1600" dirty="0"/>
          </a:p>
        </p:txBody>
      </p:sp>
      <p:sp>
        <p:nvSpPr>
          <p:cNvPr id="8" name="anim-5-6"/>
          <p:cNvSpPr txBox="1"/>
          <p:nvPr/>
        </p:nvSpPr>
        <p:spPr>
          <a:xfrm>
            <a:off x="731520" y="5166360"/>
            <a:ext cx="5029200" cy="36576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Sahil Lenka</a:t>
            </a:r>
            <a:endParaRPr lang="en-US" sz="2000" dirty="0"/>
          </a:p>
        </p:txBody>
      </p:sp>
      <p:sp>
        <p:nvSpPr>
          <p:cNvPr id="9" name="anim-5-7"/>
          <p:cNvSpPr txBox="1"/>
          <p:nvPr/>
        </p:nvSpPr>
        <p:spPr>
          <a:xfrm>
            <a:off x="731520" y="5559552"/>
            <a:ext cx="5303520" cy="27432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Reg. no. 2427010391  ·  B.Tech AIML, Section C</a:t>
            </a:r>
            <a:endParaRPr lang="en-US" sz="1400" dirty="0"/>
          </a:p>
        </p:txBody>
      </p:sp>
      <p:sp>
        <p:nvSpPr>
          <p:cNvPr id="10" name="anim-5-8"/>
          <p:cNvSpPr txBox="1"/>
          <p:nvPr/>
        </p:nvSpPr>
        <p:spPr>
          <a:xfrm>
            <a:off x="731520" y="5852160"/>
            <a:ext cx="5029200" cy="27432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Manipal University Jaipur</a:t>
            </a:r>
            <a:endParaRPr lang="en-US" sz="1400" dirty="0"/>
          </a:p>
        </p:txBody>
      </p:sp>
      <p:sp>
        <p:nvSpPr>
          <p:cNvPr id="11" name="anim-6-9"/>
          <p:cNvSpPr/>
          <p:nvPr/>
        </p:nvSpPr>
        <p:spPr>
          <a:xfrm>
            <a:off x="5943600" y="868680"/>
            <a:ext cx="5577840" cy="4596003"/>
          </a:xfrm>
          <a:prstGeom prst="roundRect">
            <a:avLst>
              <a:gd name="adj" fmla="val 2387"/>
            </a:avLst>
          </a:prstGeom>
          <a:solidFill>
            <a:srgbClr val="1B1B38"/>
          </a:solidFill>
          <a:ln w="12700">
            <a:solidFill>
              <a:srgbClr val="34345E"/>
            </a:solidFill>
            <a:prstDash val="solid"/>
          </a:ln>
        </p:spPr>
      </p:sp>
      <p:sp>
        <p:nvSpPr>
          <p:cNvPr id="12" name="anim-6-10"/>
          <p:cNvSpPr/>
          <p:nvPr/>
        </p:nvSpPr>
        <p:spPr>
          <a:xfrm>
            <a:off x="6108192" y="950976"/>
            <a:ext cx="109728" cy="109728"/>
          </a:xfrm>
          <a:prstGeom prst="ellipse">
            <a:avLst/>
          </a:prstGeom>
          <a:solidFill>
            <a:srgbClr val="F87171"/>
          </a:solidFill>
          <a:ln w="12700">
            <a:solidFill>
              <a:srgbClr val="F87171"/>
            </a:solidFill>
            <a:prstDash val="solid"/>
          </a:ln>
        </p:spPr>
      </p:sp>
      <p:sp>
        <p:nvSpPr>
          <p:cNvPr id="13" name="anim-6-11"/>
          <p:cNvSpPr/>
          <p:nvPr/>
        </p:nvSpPr>
        <p:spPr>
          <a:xfrm>
            <a:off x="6291072" y="950976"/>
            <a:ext cx="109728" cy="109728"/>
          </a:xfrm>
          <a:prstGeom prst="ellipse">
            <a:avLst/>
          </a:prstGeom>
          <a:solidFill>
            <a:srgbClr val="FBBF24"/>
          </a:solidFill>
          <a:ln w="12700">
            <a:solidFill>
              <a:srgbClr val="FBBF24"/>
            </a:solidFill>
            <a:prstDash val="solid"/>
          </a:ln>
        </p:spPr>
      </p:sp>
      <p:sp>
        <p:nvSpPr>
          <p:cNvPr id="14" name="anim-6-12"/>
          <p:cNvSpPr/>
          <p:nvPr/>
        </p:nvSpPr>
        <p:spPr>
          <a:xfrm>
            <a:off x="6473952" y="950976"/>
            <a:ext cx="109728" cy="109728"/>
          </a:xfrm>
          <a:prstGeom prst="ellipse">
            <a:avLst/>
          </a:prstGeom>
          <a:solidFill>
            <a:srgbClr val="4ADE80"/>
          </a:solidFill>
          <a:ln w="12700">
            <a:solidFill>
              <a:srgbClr val="4ADE80"/>
            </a:solidFill>
            <a:prstDash val="solid"/>
          </a:ln>
        </p:spPr>
      </p:sp>
      <p:pic>
        <p:nvPicPr>
          <p:cNvPr id="15" name="anim-6-13" descr="Home page of the app on a desktop screen">    </p:cNvPr>
          <p:cNvPicPr>
            <a:picLocks noChangeAspect="1"/>
          </p:cNvPicPr>
          <p:nvPr/>
        </p:nvPicPr>
        <p:blipFill>
          <a:blip r:embed="rId1"/>
          <a:stretch>
            <a:fillRect/>
          </a:stretch>
        </p:blipFill>
        <p:spPr>
          <a:xfrm>
            <a:off x="6007608" y="1143000"/>
            <a:ext cx="5449824" cy="4257675"/>
          </a:xfrm>
          <a:prstGeom prst="rect">
            <a:avLst/>
          </a:prstGeom>
        </p:spPr>
      </p:pic>
      <p:sp>
        <p:nvSpPr>
          <p:cNvPr id="16" name="anim-7-14"/>
          <p:cNvSpPr/>
          <p:nvPr/>
        </p:nvSpPr>
        <p:spPr>
          <a:xfrm>
            <a:off x="9921240" y="3200400"/>
            <a:ext cx="1691640" cy="3160166"/>
          </a:xfrm>
          <a:prstGeom prst="roundRect">
            <a:avLst>
              <a:gd name="adj" fmla="val 15135"/>
            </a:avLst>
          </a:prstGeom>
          <a:solidFill>
            <a:srgbClr val="05050F"/>
          </a:solidFill>
          <a:ln w="25400">
            <a:solidFill>
              <a:srgbClr val="4A4A7A"/>
            </a:solidFill>
            <a:prstDash val="solid"/>
          </a:ln>
        </p:spPr>
      </p:sp>
      <p:pic>
        <p:nvPicPr>
          <p:cNvPr id="17" name="anim-7-15" descr="Home page on a phone">    </p:cNvPr>
          <p:cNvPicPr>
            <a:picLocks noChangeAspect="1"/>
          </p:cNvPicPr>
          <p:nvPr/>
        </p:nvPicPr>
        <p:blipFill>
          <a:blip r:embed="rId2"/>
          <a:stretch>
            <a:fillRect/>
          </a:stretch>
        </p:blipFill>
        <p:spPr>
          <a:xfrm>
            <a:off x="10012680" y="3291840"/>
            <a:ext cx="1508760" cy="2977286"/>
          </a:xfrm>
          <a:prstGeom prst="rect">
            <a:avLst/>
          </a:prstGeom>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anim calcmode="lin" valueType="num">
                                      <p:cBhvr>
                                        <p:cTn id="8" dur="550" decel="100000" fill="hold"/>
                                        <p:tgtEl>
                                          <p:spTgt spid="3"/>
                                        </p:tgtEl>
                                        <p:attrNameLst>
                                          <p:attrName>ppt_x</p:attrName>
                                        </p:attrNameLst>
                                      </p:cBhvr>
                                      <p:tavLst>
                                        <p:tav tm="0">
                                          <p:val>
                                            <p:strVal val="#ppt_x"/>
                                          </p:val>
                                        </p:tav>
                                        <p:tav tm="100000">
                                          <p:val>
                                            <p:strVal val="#ppt_x"/>
                                          </p:val>
                                        </p:tav>
                                      </p:tavLst>
                                    </p:anim>
                                    <p:anim calcmode="lin" valueType="num">
                                      <p:cBhvr>
                                        <p:cTn id="9" dur="550" decel="100000" fill="hold"/>
                                        <p:tgtEl>
                                          <p:spTgt spid="3"/>
                                        </p:tgtEl>
                                        <p:attrNameLst>
                                          <p:attrName>ppt_y</p:attrName>
                                        </p:attrNameLst>
                                      </p:cBhvr>
                                      <p:tavLst>
                                        <p:tav tm="0">
                                          <p:val>
                                            <p:strVal val="#ppt_y+.035"/>
                                          </p:val>
                                        </p:tav>
                                        <p:tav tm="100000">
                                          <p:val>
                                            <p:strVal val="#ppt_y"/>
                                          </p:val>
                                        </p:tav>
                                      </p:tavLst>
                                    </p:anim>
                                  </p:childTnLst>
                                </p:cTn>
                              </p:par>
                              <p:par>
                                <p:cTn id="10" presetID="42" presetClass="entr" presetSubtype="0" fill="hold" grpId="0" nodeType="withEffect">
                                  <p:stCondLst>
                                    <p:cond delay="47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p:cTn id="13" dur="550" decel="100000" fill="hold"/>
                                        <p:tgtEl>
                                          <p:spTgt spid="4"/>
                                        </p:tgtEl>
                                        <p:attrNameLst>
                                          <p:attrName>ppt_x</p:attrName>
                                        </p:attrNameLst>
                                      </p:cBhvr>
                                      <p:tavLst>
                                        <p:tav tm="0">
                                          <p:val>
                                            <p:strVal val="#ppt_x"/>
                                          </p:val>
                                        </p:tav>
                                        <p:tav tm="100000">
                                          <p:val>
                                            <p:strVal val="#ppt_x"/>
                                          </p:val>
                                        </p:tav>
                                      </p:tavLst>
                                    </p:anim>
                                    <p:anim calcmode="lin" valueType="num">
                                      <p:cBhvr>
                                        <p:cTn id="14" dur="550" decel="100000" fill="hold"/>
                                        <p:tgtEl>
                                          <p:spTgt spid="4"/>
                                        </p:tgtEl>
                                        <p:attrNameLst>
                                          <p:attrName>ppt_y</p:attrName>
                                        </p:attrNameLst>
                                      </p:cBhvr>
                                      <p:tavLst>
                                        <p:tav tm="0">
                                          <p:val>
                                            <p:strVal val="#ppt_y+.035"/>
                                          </p:val>
                                        </p:tav>
                                        <p:tav tm="100000">
                                          <p:val>
                                            <p:strVal val="#ppt_y"/>
                                          </p:val>
                                        </p:tav>
                                      </p:tavLst>
                                    </p:anim>
                                  </p:childTnLst>
                                </p:cTn>
                              </p:par>
                              <p:par>
                                <p:cTn id="15" presetID="42" presetClass="entr" presetSubtype="0" fill="hold" grpId="0" nodeType="withEffect">
                                  <p:stCondLst>
                                    <p:cond delay="69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50"/>
                                        <p:tgtEl>
                                          <p:spTgt spid="5"/>
                                        </p:tgtEl>
                                      </p:cBhvr>
                                    </p:animEffect>
                                    <p:anim calcmode="lin" valueType="num">
                                      <p:cBhvr>
                                        <p:cTn id="18" dur="550" decel="100000" fill="hold"/>
                                        <p:tgtEl>
                                          <p:spTgt spid="5"/>
                                        </p:tgtEl>
                                        <p:attrNameLst>
                                          <p:attrName>ppt_x</p:attrName>
                                        </p:attrNameLst>
                                      </p:cBhvr>
                                      <p:tavLst>
                                        <p:tav tm="0">
                                          <p:val>
                                            <p:strVal val="#ppt_x"/>
                                          </p:val>
                                        </p:tav>
                                        <p:tav tm="100000">
                                          <p:val>
                                            <p:strVal val="#ppt_x"/>
                                          </p:val>
                                        </p:tav>
                                      </p:tavLst>
                                    </p:anim>
                                    <p:anim calcmode="lin" valueType="num">
                                      <p:cBhvr>
                                        <p:cTn id="19" dur="550" decel="100000" fill="hold"/>
                                        <p:tgtEl>
                                          <p:spTgt spid="5"/>
                                        </p:tgtEl>
                                        <p:attrNameLst>
                                          <p:attrName>ppt_y</p:attrName>
                                        </p:attrNameLst>
                                      </p:cBhvr>
                                      <p:tavLst>
                                        <p:tav tm="0">
                                          <p:val>
                                            <p:strVal val="#ppt_y+.035"/>
                                          </p:val>
                                        </p:tav>
                                        <p:tav tm="100000">
                                          <p:val>
                                            <p:strVal val="#ppt_y"/>
                                          </p:val>
                                        </p:tav>
                                      </p:tavLst>
                                    </p:anim>
                                  </p:childTnLst>
                                </p:cTn>
                              </p:par>
                              <p:par>
                                <p:cTn id="20" presetID="42" presetClass="entr" presetSubtype="0" fill="hold" grpId="0" nodeType="withEffect">
                                  <p:stCondLst>
                                    <p:cond delay="91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anim calcmode="lin" valueType="num">
                                      <p:cBhvr>
                                        <p:cTn id="23" dur="550" decel="100000" fill="hold"/>
                                        <p:tgtEl>
                                          <p:spTgt spid="6"/>
                                        </p:tgtEl>
                                        <p:attrNameLst>
                                          <p:attrName>ppt_x</p:attrName>
                                        </p:attrNameLst>
                                      </p:cBhvr>
                                      <p:tavLst>
                                        <p:tav tm="0">
                                          <p:val>
                                            <p:strVal val="#ppt_x"/>
                                          </p:val>
                                        </p:tav>
                                        <p:tav tm="100000">
                                          <p:val>
                                            <p:strVal val="#ppt_x"/>
                                          </p:val>
                                        </p:tav>
                                      </p:tavLst>
                                    </p:anim>
                                    <p:anim calcmode="lin" valueType="num">
                                      <p:cBhvr>
                                        <p:cTn id="24" dur="550" decel="100000" fill="hold"/>
                                        <p:tgtEl>
                                          <p:spTgt spid="6"/>
                                        </p:tgtEl>
                                        <p:attrNameLst>
                                          <p:attrName>ppt_y</p:attrName>
                                        </p:attrNameLst>
                                      </p:cBhvr>
                                      <p:tavLst>
                                        <p:tav tm="0">
                                          <p:val>
                                            <p:strVal val="#ppt_y+.035"/>
                                          </p:val>
                                        </p:tav>
                                        <p:tav tm="100000">
                                          <p:val>
                                            <p:strVal val="#ppt_y"/>
                                          </p:val>
                                        </p:tav>
                                      </p:tavLst>
                                    </p:anim>
                                  </p:childTnLst>
                                </p:cTn>
                              </p:par>
                              <p:par>
                                <p:cTn id="25" presetID="42" presetClass="entr" presetSubtype="0" fill="hold" grpId="0" nodeType="withEffect">
                                  <p:stCondLst>
                                    <p:cond delay="91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50"/>
                                        <p:tgtEl>
                                          <p:spTgt spid="7"/>
                                        </p:tgtEl>
                                      </p:cBhvr>
                                    </p:animEffect>
                                    <p:anim calcmode="lin" valueType="num">
                                      <p:cBhvr>
                                        <p:cTn id="28" dur="550" decel="100000" fill="hold"/>
                                        <p:tgtEl>
                                          <p:spTgt spid="7"/>
                                        </p:tgtEl>
                                        <p:attrNameLst>
                                          <p:attrName>ppt_x</p:attrName>
                                        </p:attrNameLst>
                                      </p:cBhvr>
                                      <p:tavLst>
                                        <p:tav tm="0">
                                          <p:val>
                                            <p:strVal val="#ppt_x"/>
                                          </p:val>
                                        </p:tav>
                                        <p:tav tm="100000">
                                          <p:val>
                                            <p:strVal val="#ppt_x"/>
                                          </p:val>
                                        </p:tav>
                                      </p:tavLst>
                                    </p:anim>
                                    <p:anim calcmode="lin" valueType="num">
                                      <p:cBhvr>
                                        <p:cTn id="29" dur="550" decel="100000" fill="hold"/>
                                        <p:tgtEl>
                                          <p:spTgt spid="7"/>
                                        </p:tgtEl>
                                        <p:attrNameLst>
                                          <p:attrName>ppt_y</p:attrName>
                                        </p:attrNameLst>
                                      </p:cBhvr>
                                      <p:tavLst>
                                        <p:tav tm="0">
                                          <p:val>
                                            <p:strVal val="#ppt_y+.035"/>
                                          </p:val>
                                        </p:tav>
                                        <p:tav tm="100000">
                                          <p:val>
                                            <p:strVal val="#ppt_y"/>
                                          </p:val>
                                        </p:tav>
                                      </p:tavLst>
                                    </p:anim>
                                  </p:childTnLst>
                                </p:cTn>
                              </p:par>
                              <p:par>
                                <p:cTn id="30" presetID="42" presetClass="entr" presetSubtype="0" fill="hold" grpId="0" nodeType="withEffect">
                                  <p:stCondLst>
                                    <p:cond delay="113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50"/>
                                        <p:tgtEl>
                                          <p:spTgt spid="8"/>
                                        </p:tgtEl>
                                      </p:cBhvr>
                                    </p:animEffect>
                                    <p:anim calcmode="lin" valueType="num">
                                      <p:cBhvr>
                                        <p:cTn id="33" dur="550" decel="100000" fill="hold"/>
                                        <p:tgtEl>
                                          <p:spTgt spid="8"/>
                                        </p:tgtEl>
                                        <p:attrNameLst>
                                          <p:attrName>ppt_x</p:attrName>
                                        </p:attrNameLst>
                                      </p:cBhvr>
                                      <p:tavLst>
                                        <p:tav tm="0">
                                          <p:val>
                                            <p:strVal val="#ppt_x"/>
                                          </p:val>
                                        </p:tav>
                                        <p:tav tm="100000">
                                          <p:val>
                                            <p:strVal val="#ppt_x"/>
                                          </p:val>
                                        </p:tav>
                                      </p:tavLst>
                                    </p:anim>
                                    <p:anim calcmode="lin" valueType="num">
                                      <p:cBhvr>
                                        <p:cTn id="34" dur="550" decel="100000" fill="hold"/>
                                        <p:tgtEl>
                                          <p:spTgt spid="8"/>
                                        </p:tgtEl>
                                        <p:attrNameLst>
                                          <p:attrName>ppt_y</p:attrName>
                                        </p:attrNameLst>
                                      </p:cBhvr>
                                      <p:tavLst>
                                        <p:tav tm="0">
                                          <p:val>
                                            <p:strVal val="#ppt_y+.035"/>
                                          </p:val>
                                        </p:tav>
                                        <p:tav tm="100000">
                                          <p:val>
                                            <p:strVal val="#ppt_y"/>
                                          </p:val>
                                        </p:tav>
                                      </p:tavLst>
                                    </p:anim>
                                  </p:childTnLst>
                                </p:cTn>
                              </p:par>
                              <p:par>
                                <p:cTn id="35" presetID="42" presetClass="entr" presetSubtype="0" fill="hold" grpId="0" nodeType="withEffect">
                                  <p:stCondLst>
                                    <p:cond delay="113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50"/>
                                        <p:tgtEl>
                                          <p:spTgt spid="9"/>
                                        </p:tgtEl>
                                      </p:cBhvr>
                                    </p:animEffect>
                                    <p:anim calcmode="lin" valueType="num">
                                      <p:cBhvr>
                                        <p:cTn id="38" dur="550" decel="100000" fill="hold"/>
                                        <p:tgtEl>
                                          <p:spTgt spid="9"/>
                                        </p:tgtEl>
                                        <p:attrNameLst>
                                          <p:attrName>ppt_x</p:attrName>
                                        </p:attrNameLst>
                                      </p:cBhvr>
                                      <p:tavLst>
                                        <p:tav tm="0">
                                          <p:val>
                                            <p:strVal val="#ppt_x"/>
                                          </p:val>
                                        </p:tav>
                                        <p:tav tm="100000">
                                          <p:val>
                                            <p:strVal val="#ppt_x"/>
                                          </p:val>
                                        </p:tav>
                                      </p:tavLst>
                                    </p:anim>
                                    <p:anim calcmode="lin" valueType="num">
                                      <p:cBhvr>
                                        <p:cTn id="39" dur="550" decel="100000" fill="hold"/>
                                        <p:tgtEl>
                                          <p:spTgt spid="9"/>
                                        </p:tgtEl>
                                        <p:attrNameLst>
                                          <p:attrName>ppt_y</p:attrName>
                                        </p:attrNameLst>
                                      </p:cBhvr>
                                      <p:tavLst>
                                        <p:tav tm="0">
                                          <p:val>
                                            <p:strVal val="#ppt_y+.035"/>
                                          </p:val>
                                        </p:tav>
                                        <p:tav tm="100000">
                                          <p:val>
                                            <p:strVal val="#ppt_y"/>
                                          </p:val>
                                        </p:tav>
                                      </p:tavLst>
                                    </p:anim>
                                  </p:childTnLst>
                                </p:cTn>
                              </p:par>
                              <p:par>
                                <p:cTn id="40" presetID="42" presetClass="entr" presetSubtype="0" fill="hold" grpId="0" nodeType="withEffect">
                                  <p:stCondLst>
                                    <p:cond delay="113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50"/>
                                        <p:tgtEl>
                                          <p:spTgt spid="10"/>
                                        </p:tgtEl>
                                      </p:cBhvr>
                                    </p:animEffect>
                                    <p:anim calcmode="lin" valueType="num">
                                      <p:cBhvr>
                                        <p:cTn id="43" dur="550" decel="100000" fill="hold"/>
                                        <p:tgtEl>
                                          <p:spTgt spid="10"/>
                                        </p:tgtEl>
                                        <p:attrNameLst>
                                          <p:attrName>ppt_x</p:attrName>
                                        </p:attrNameLst>
                                      </p:cBhvr>
                                      <p:tavLst>
                                        <p:tav tm="0">
                                          <p:val>
                                            <p:strVal val="#ppt_x"/>
                                          </p:val>
                                        </p:tav>
                                        <p:tav tm="100000">
                                          <p:val>
                                            <p:strVal val="#ppt_x"/>
                                          </p:val>
                                        </p:tav>
                                      </p:tavLst>
                                    </p:anim>
                                    <p:anim calcmode="lin" valueType="num">
                                      <p:cBhvr>
                                        <p:cTn id="44" dur="550" decel="100000" fill="hold"/>
                                        <p:tgtEl>
                                          <p:spTgt spid="10"/>
                                        </p:tgtEl>
                                        <p:attrNameLst>
                                          <p:attrName>ppt_y</p:attrName>
                                        </p:attrNameLst>
                                      </p:cBhvr>
                                      <p:tavLst>
                                        <p:tav tm="0">
                                          <p:val>
                                            <p:strVal val="#ppt_y+.035"/>
                                          </p:val>
                                        </p:tav>
                                        <p:tav tm="100000">
                                          <p:val>
                                            <p:strVal val="#ppt_y"/>
                                          </p:val>
                                        </p:tav>
                                      </p:tavLst>
                                    </p:anim>
                                  </p:childTnLst>
                                </p:cTn>
                              </p:par>
                              <p:par>
                                <p:cTn id="45" presetID="42" presetClass="entr" presetSubtype="0" fill="hold" grpId="0" nodeType="withEffect">
                                  <p:stCondLst>
                                    <p:cond delay="135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50"/>
                                        <p:tgtEl>
                                          <p:spTgt spid="11"/>
                                        </p:tgtEl>
                                      </p:cBhvr>
                                    </p:animEffect>
                                    <p:anim calcmode="lin" valueType="num">
                                      <p:cBhvr>
                                        <p:cTn id="48" dur="550" decel="100000" fill="hold"/>
                                        <p:tgtEl>
                                          <p:spTgt spid="11"/>
                                        </p:tgtEl>
                                        <p:attrNameLst>
                                          <p:attrName>ppt_x</p:attrName>
                                        </p:attrNameLst>
                                      </p:cBhvr>
                                      <p:tavLst>
                                        <p:tav tm="0">
                                          <p:val>
                                            <p:strVal val="#ppt_x"/>
                                          </p:val>
                                        </p:tav>
                                        <p:tav tm="100000">
                                          <p:val>
                                            <p:strVal val="#ppt_x"/>
                                          </p:val>
                                        </p:tav>
                                      </p:tavLst>
                                    </p:anim>
                                    <p:anim calcmode="lin" valueType="num">
                                      <p:cBhvr>
                                        <p:cTn id="49" dur="550" decel="100000" fill="hold"/>
                                        <p:tgtEl>
                                          <p:spTgt spid="11"/>
                                        </p:tgtEl>
                                        <p:attrNameLst>
                                          <p:attrName>ppt_y</p:attrName>
                                        </p:attrNameLst>
                                      </p:cBhvr>
                                      <p:tavLst>
                                        <p:tav tm="0">
                                          <p:val>
                                            <p:strVal val="#ppt_y+.035"/>
                                          </p:val>
                                        </p:tav>
                                        <p:tav tm="100000">
                                          <p:val>
                                            <p:strVal val="#ppt_y"/>
                                          </p:val>
                                        </p:tav>
                                      </p:tavLst>
                                    </p:anim>
                                  </p:childTnLst>
                                </p:cTn>
                              </p:par>
                              <p:par>
                                <p:cTn id="50" presetID="42" presetClass="entr" presetSubtype="0" fill="hold" grpId="0" nodeType="withEffect">
                                  <p:stCondLst>
                                    <p:cond delay="135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50"/>
                                        <p:tgtEl>
                                          <p:spTgt spid="12"/>
                                        </p:tgtEl>
                                      </p:cBhvr>
                                    </p:animEffect>
                                    <p:anim calcmode="lin" valueType="num">
                                      <p:cBhvr>
                                        <p:cTn id="53" dur="550" decel="100000" fill="hold"/>
                                        <p:tgtEl>
                                          <p:spTgt spid="12"/>
                                        </p:tgtEl>
                                        <p:attrNameLst>
                                          <p:attrName>ppt_x</p:attrName>
                                        </p:attrNameLst>
                                      </p:cBhvr>
                                      <p:tavLst>
                                        <p:tav tm="0">
                                          <p:val>
                                            <p:strVal val="#ppt_x"/>
                                          </p:val>
                                        </p:tav>
                                        <p:tav tm="100000">
                                          <p:val>
                                            <p:strVal val="#ppt_x"/>
                                          </p:val>
                                        </p:tav>
                                      </p:tavLst>
                                    </p:anim>
                                    <p:anim calcmode="lin" valueType="num">
                                      <p:cBhvr>
                                        <p:cTn id="54" dur="550" decel="100000" fill="hold"/>
                                        <p:tgtEl>
                                          <p:spTgt spid="12"/>
                                        </p:tgtEl>
                                        <p:attrNameLst>
                                          <p:attrName>ppt_y</p:attrName>
                                        </p:attrNameLst>
                                      </p:cBhvr>
                                      <p:tavLst>
                                        <p:tav tm="0">
                                          <p:val>
                                            <p:strVal val="#ppt_y+.035"/>
                                          </p:val>
                                        </p:tav>
                                        <p:tav tm="100000">
                                          <p:val>
                                            <p:strVal val="#ppt_y"/>
                                          </p:val>
                                        </p:tav>
                                      </p:tavLst>
                                    </p:anim>
                                  </p:childTnLst>
                                </p:cTn>
                              </p:par>
                              <p:par>
                                <p:cTn id="55" presetID="42" presetClass="entr" presetSubtype="0" fill="hold" grpId="0" nodeType="withEffect">
                                  <p:stCondLst>
                                    <p:cond delay="135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50"/>
                                        <p:tgtEl>
                                          <p:spTgt spid="13"/>
                                        </p:tgtEl>
                                      </p:cBhvr>
                                    </p:animEffect>
                                    <p:anim calcmode="lin" valueType="num">
                                      <p:cBhvr>
                                        <p:cTn id="58" dur="550" decel="100000" fill="hold"/>
                                        <p:tgtEl>
                                          <p:spTgt spid="13"/>
                                        </p:tgtEl>
                                        <p:attrNameLst>
                                          <p:attrName>ppt_x</p:attrName>
                                        </p:attrNameLst>
                                      </p:cBhvr>
                                      <p:tavLst>
                                        <p:tav tm="0">
                                          <p:val>
                                            <p:strVal val="#ppt_x"/>
                                          </p:val>
                                        </p:tav>
                                        <p:tav tm="100000">
                                          <p:val>
                                            <p:strVal val="#ppt_x"/>
                                          </p:val>
                                        </p:tav>
                                      </p:tavLst>
                                    </p:anim>
                                    <p:anim calcmode="lin" valueType="num">
                                      <p:cBhvr>
                                        <p:cTn id="59" dur="550" decel="100000" fill="hold"/>
                                        <p:tgtEl>
                                          <p:spTgt spid="13"/>
                                        </p:tgtEl>
                                        <p:attrNameLst>
                                          <p:attrName>ppt_y</p:attrName>
                                        </p:attrNameLst>
                                      </p:cBhvr>
                                      <p:tavLst>
                                        <p:tav tm="0">
                                          <p:val>
                                            <p:strVal val="#ppt_y+.035"/>
                                          </p:val>
                                        </p:tav>
                                        <p:tav tm="100000">
                                          <p:val>
                                            <p:strVal val="#ppt_y"/>
                                          </p:val>
                                        </p:tav>
                                      </p:tavLst>
                                    </p:anim>
                                  </p:childTnLst>
                                </p:cTn>
                              </p:par>
                              <p:par>
                                <p:cTn id="60" presetID="42" presetClass="entr" presetSubtype="0" fill="hold" grpId="0" nodeType="withEffect">
                                  <p:stCondLst>
                                    <p:cond delay="135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50"/>
                                        <p:tgtEl>
                                          <p:spTgt spid="14"/>
                                        </p:tgtEl>
                                      </p:cBhvr>
                                    </p:animEffect>
                                    <p:anim calcmode="lin" valueType="num">
                                      <p:cBhvr>
                                        <p:cTn id="63" dur="550" decel="100000" fill="hold"/>
                                        <p:tgtEl>
                                          <p:spTgt spid="14"/>
                                        </p:tgtEl>
                                        <p:attrNameLst>
                                          <p:attrName>ppt_x</p:attrName>
                                        </p:attrNameLst>
                                      </p:cBhvr>
                                      <p:tavLst>
                                        <p:tav tm="0">
                                          <p:val>
                                            <p:strVal val="#ppt_x"/>
                                          </p:val>
                                        </p:tav>
                                        <p:tav tm="100000">
                                          <p:val>
                                            <p:strVal val="#ppt_x"/>
                                          </p:val>
                                        </p:tav>
                                      </p:tavLst>
                                    </p:anim>
                                    <p:anim calcmode="lin" valueType="num">
                                      <p:cBhvr>
                                        <p:cTn id="64" dur="550" decel="100000" fill="hold"/>
                                        <p:tgtEl>
                                          <p:spTgt spid="14"/>
                                        </p:tgtEl>
                                        <p:attrNameLst>
                                          <p:attrName>ppt_y</p:attrName>
                                        </p:attrNameLst>
                                      </p:cBhvr>
                                      <p:tavLst>
                                        <p:tav tm="0">
                                          <p:val>
                                            <p:strVal val="#ppt_y+.035"/>
                                          </p:val>
                                        </p:tav>
                                        <p:tav tm="100000">
                                          <p:val>
                                            <p:strVal val="#ppt_y"/>
                                          </p:val>
                                        </p:tav>
                                      </p:tavLst>
                                    </p:anim>
                                  </p:childTnLst>
                                </p:cTn>
                              </p:par>
                              <p:par>
                                <p:cTn id="65" presetID="42" presetClass="entr" presetSubtype="0" fill="hold" nodeType="withEffect">
                                  <p:stCondLst>
                                    <p:cond delay="135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550"/>
                                        <p:tgtEl>
                                          <p:spTgt spid="15"/>
                                        </p:tgtEl>
                                      </p:cBhvr>
                                    </p:animEffect>
                                    <p:anim calcmode="lin" valueType="num">
                                      <p:cBhvr>
                                        <p:cTn id="68" dur="550" decel="100000" fill="hold"/>
                                        <p:tgtEl>
                                          <p:spTgt spid="15"/>
                                        </p:tgtEl>
                                        <p:attrNameLst>
                                          <p:attrName>ppt_x</p:attrName>
                                        </p:attrNameLst>
                                      </p:cBhvr>
                                      <p:tavLst>
                                        <p:tav tm="0">
                                          <p:val>
                                            <p:strVal val="#ppt_x"/>
                                          </p:val>
                                        </p:tav>
                                        <p:tav tm="100000">
                                          <p:val>
                                            <p:strVal val="#ppt_x"/>
                                          </p:val>
                                        </p:tav>
                                      </p:tavLst>
                                    </p:anim>
                                    <p:anim calcmode="lin" valueType="num">
                                      <p:cBhvr>
                                        <p:cTn id="69" dur="550" decel="100000" fill="hold"/>
                                        <p:tgtEl>
                                          <p:spTgt spid="15"/>
                                        </p:tgtEl>
                                        <p:attrNameLst>
                                          <p:attrName>ppt_y</p:attrName>
                                        </p:attrNameLst>
                                      </p:cBhvr>
                                      <p:tavLst>
                                        <p:tav tm="0">
                                          <p:val>
                                            <p:strVal val="#ppt_y+.035"/>
                                          </p:val>
                                        </p:tav>
                                        <p:tav tm="100000">
                                          <p:val>
                                            <p:strVal val="#ppt_y"/>
                                          </p:val>
                                        </p:tav>
                                      </p:tavLst>
                                    </p:anim>
                                  </p:childTnLst>
                                </p:cTn>
                              </p:par>
                              <p:par>
                                <p:cTn id="70" presetID="42" presetClass="entr" presetSubtype="0" fill="hold" grpId="0" nodeType="withEffect">
                                  <p:stCondLst>
                                    <p:cond delay="1570"/>
                                  </p:stCondLst>
                                  <p:childTnLst>
                                    <p:set>
                                      <p:cBhvr>
                                        <p:cTn id="71" dur="1" fill="hold">
                                          <p:stCondLst>
                                            <p:cond delay="0"/>
                                          </p:stCondLst>
                                        </p:cTn>
                                        <p:tgtEl>
                                          <p:spTgt spid="16"/>
                                        </p:tgtEl>
                                        <p:attrNameLst>
                                          <p:attrName>style.visibility</p:attrName>
                                        </p:attrNameLst>
                                      </p:cBhvr>
                                      <p:to>
                                        <p:strVal val="visible"/>
                                      </p:to>
                                    </p:set>
                                    <p:animEffect transition="in" filter="fade">
                                      <p:cBhvr>
                                        <p:cTn id="72" dur="550"/>
                                        <p:tgtEl>
                                          <p:spTgt spid="16"/>
                                        </p:tgtEl>
                                      </p:cBhvr>
                                    </p:animEffect>
                                    <p:anim calcmode="lin" valueType="num">
                                      <p:cBhvr>
                                        <p:cTn id="73" dur="550" decel="100000" fill="hold"/>
                                        <p:tgtEl>
                                          <p:spTgt spid="16"/>
                                        </p:tgtEl>
                                        <p:attrNameLst>
                                          <p:attrName>ppt_x</p:attrName>
                                        </p:attrNameLst>
                                      </p:cBhvr>
                                      <p:tavLst>
                                        <p:tav tm="0">
                                          <p:val>
                                            <p:strVal val="#ppt_x"/>
                                          </p:val>
                                        </p:tav>
                                        <p:tav tm="100000">
                                          <p:val>
                                            <p:strVal val="#ppt_x"/>
                                          </p:val>
                                        </p:tav>
                                      </p:tavLst>
                                    </p:anim>
                                    <p:anim calcmode="lin" valueType="num">
                                      <p:cBhvr>
                                        <p:cTn id="74" dur="550" decel="100000" fill="hold"/>
                                        <p:tgtEl>
                                          <p:spTgt spid="16"/>
                                        </p:tgtEl>
                                        <p:attrNameLst>
                                          <p:attrName>ppt_y</p:attrName>
                                        </p:attrNameLst>
                                      </p:cBhvr>
                                      <p:tavLst>
                                        <p:tav tm="0">
                                          <p:val>
                                            <p:strVal val="#ppt_y+.035"/>
                                          </p:val>
                                        </p:tav>
                                        <p:tav tm="100000">
                                          <p:val>
                                            <p:strVal val="#ppt_y"/>
                                          </p:val>
                                        </p:tav>
                                      </p:tavLst>
                                    </p:anim>
                                  </p:childTnLst>
                                </p:cTn>
                              </p:par>
                              <p:par>
                                <p:cTn id="75" presetID="42" presetClass="entr" presetSubtype="0" fill="hold" nodeType="withEffect">
                                  <p:stCondLst>
                                    <p:cond delay="157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550"/>
                                        <p:tgtEl>
                                          <p:spTgt spid="17"/>
                                        </p:tgtEl>
                                      </p:cBhvr>
                                    </p:animEffect>
                                    <p:anim calcmode="lin" valueType="num">
                                      <p:cBhvr>
                                        <p:cTn id="78" dur="550" decel="100000" fill="hold"/>
                                        <p:tgtEl>
                                          <p:spTgt spid="17"/>
                                        </p:tgtEl>
                                        <p:attrNameLst>
                                          <p:attrName>ppt_x</p:attrName>
                                        </p:attrNameLst>
                                      </p:cBhvr>
                                      <p:tavLst>
                                        <p:tav tm="0">
                                          <p:val>
                                            <p:strVal val="#ppt_x"/>
                                          </p:val>
                                        </p:tav>
                                        <p:tav tm="100000">
                                          <p:val>
                                            <p:strVal val="#ppt_x"/>
                                          </p:val>
                                        </p:tav>
                                      </p:tavLst>
                                    </p:anim>
                                    <p:anim calcmode="lin" valueType="num">
                                      <p:cBhvr>
                                        <p:cTn id="79" dur="550" decel="100000" fill="hold"/>
                                        <p:tgtEl>
                                          <p:spTgt spid="17"/>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orb"/>
          <p:cNvSpPr/>
          <p:nvPr/>
        </p:nvSpPr>
        <p:spPr>
          <a:xfrm>
            <a:off x="8778240" y="-2011680"/>
            <a:ext cx="5120640" cy="5120640"/>
          </a:xfrm>
          <a:prstGeom prst="ellipse">
            <a:avLst/>
          </a:prstGeom>
          <a:solidFill>
            <a:srgbClr val="6366F1">
              <a:alpha val="38000"/>
            </a:srgbClr>
          </a:solidFill>
          <a:ln w="12700">
            <a:solidFill>
              <a:srgbClr val="6366F1"/>
            </a:solidFill>
            <a:prstDash val="solid"/>
          </a:ln>
          <a:effectLst>
            <a:softEdge rad="1700000"/>
          </a:effectLst>
        </p:spPr>
      </p:sp>
      <p:sp>
        <p:nvSpPr>
          <p:cNvPr id="3" name="s2 Text 1"/>
          <p:cNvSpPr/>
          <p:nvPr>
            <p:ph idx="101" type="title" hasCustomPrompt="1"/>
          </p:nvPr>
        </p:nvSpPr>
        <p:spPr>
          <a:xfrm>
            <a:off x="640080" y="457200"/>
            <a:ext cx="10908792" cy="777240"/>
          </a:xfrm>
          <a:prstGeom prst="rect">
            <a:avLst/>
          </a:prstGeom>
          <a:noFill/>
          <a:ln/>
        </p:spPr>
        <p:txBody>
          <a:bodyPr wrap="square" lIns="0" tIns="0" rIns="0" bIns="0" rtlCol="0" anchor="ctr"/>
          <a:lstStyle/>
          <a:p>
            <a:pPr algn="l" indent="0" marL="0">
              <a:buNone/>
            </a:pPr>
            <a:r>
              <a:rPr lang="en-US" sz="2600" dirty="0">
                <a:solidFill>
                  <a:srgbClr val="F1F5F9"/>
                </a:solidFill>
                <a:latin typeface="Arial Black" pitchFamily="34" charset="0"/>
                <a:ea typeface="Arial Black" pitchFamily="34" charset="-122"/>
                <a:cs typeface="Arial Black" pitchFamily="34" charset="-120"/>
              </a:rPr>
              <a:t>Campus events live on posters and chats</a:t>
            </a:r>
            <a:endParaRPr lang="en-US" sz="2600" dirty="0"/>
          </a:p>
        </p:txBody>
      </p:sp>
      <p:sp>
        <p:nvSpPr>
          <p:cNvPr id="4" name="anim-1-16"/>
          <p:cNvSpPr/>
          <p:nvPr/>
        </p:nvSpPr>
        <p:spPr>
          <a:xfrm>
            <a:off x="640080" y="1645920"/>
            <a:ext cx="3429000" cy="3246120"/>
          </a:xfrm>
          <a:prstGeom prst="roundRect">
            <a:avLst>
              <a:gd name="adj" fmla="val 3944"/>
            </a:avLst>
          </a:prstGeom>
          <a:solidFill>
            <a:srgbClr val="14142B"/>
          </a:solidFill>
          <a:ln w="9525">
            <a:solidFill>
              <a:srgbClr val="34345E"/>
            </a:solidFill>
            <a:prstDash val="solid"/>
          </a:ln>
        </p:spPr>
      </p:sp>
      <p:sp>
        <p:nvSpPr>
          <p:cNvPr id="5" name="anim-1-17"/>
          <p:cNvSpPr/>
          <p:nvPr/>
        </p:nvSpPr>
        <p:spPr>
          <a:xfrm>
            <a:off x="960120" y="1965960"/>
            <a:ext cx="822960" cy="822960"/>
          </a:xfrm>
          <a:prstGeom prst="ellipse">
            <a:avLst/>
          </a:prstGeom>
          <a:solidFill>
            <a:srgbClr val="F472B6">
              <a:alpha val="22000"/>
            </a:srgbClr>
          </a:solidFill>
          <a:ln w="12700">
            <a:solidFill>
              <a:srgbClr val="F472B6"/>
            </a:solidFill>
            <a:prstDash val="solid"/>
          </a:ln>
        </p:spPr>
      </p:sp>
      <p:pic>
        <p:nvPicPr>
          <p:cNvPr id="6" name="anim-1-18" descr="preencoded.png">    </p:cNvPr>
          <p:cNvPicPr>
            <a:picLocks noChangeAspect="1"/>
          </p:cNvPicPr>
          <p:nvPr/>
        </p:nvPicPr>
        <p:blipFill>
          <a:blip r:embed="rId1"/>
          <a:stretch>
            <a:fillRect/>
          </a:stretch>
        </p:blipFill>
        <p:spPr>
          <a:xfrm>
            <a:off x="1165860" y="2171700"/>
            <a:ext cx="411480" cy="411480"/>
          </a:xfrm>
          <a:prstGeom prst="rect">
            <a:avLst/>
          </a:prstGeom>
        </p:spPr>
      </p:pic>
      <p:sp>
        <p:nvSpPr>
          <p:cNvPr id="7" name="anim-1-19"/>
          <p:cNvSpPr txBox="1"/>
          <p:nvPr/>
        </p:nvSpPr>
        <p:spPr>
          <a:xfrm>
            <a:off x="960120" y="3063240"/>
            <a:ext cx="2788920" cy="822960"/>
          </a:xfrm>
          <a:prstGeom prst="rect">
            <a:avLst/>
          </a:prstGeom>
          <a:noFill/>
          <a:ln/>
        </p:spPr>
        <p:txBody>
          <a:bodyPr wrap="square" lIns="0" tIns="0" rIns="0" bIns="0" rtlCol="0" anchor="t"/>
          <a:lstStyle/>
          <a:p>
            <a:pPr indent="0" marL="0">
              <a:buNone/>
            </a:pPr>
            <a:r>
              <a:rPr lang="en-US" sz="2200" b="1" dirty="0">
                <a:solidFill>
                  <a:srgbClr val="F1F5F9"/>
                </a:solidFill>
                <a:latin typeface="Calibri" pitchFamily="34" charset="0"/>
                <a:ea typeface="Calibri" pitchFamily="34" charset="-122"/>
                <a:cs typeface="Calibri" pitchFamily="34" charset="-120"/>
              </a:rPr>
              <a:t>Events are hard to find</a:t>
            </a:r>
            <a:endParaRPr lang="en-US" sz="2200" dirty="0"/>
          </a:p>
        </p:txBody>
      </p:sp>
      <p:sp>
        <p:nvSpPr>
          <p:cNvPr id="8" name="anim-1-20"/>
          <p:cNvSpPr txBox="1"/>
          <p:nvPr/>
        </p:nvSpPr>
        <p:spPr>
          <a:xfrm>
            <a:off x="960120" y="3840480"/>
            <a:ext cx="2788920" cy="91440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Events are spread across posters, WhatsApp groups and word of mouth.</a:t>
            </a:r>
            <a:endParaRPr lang="en-US" sz="1500" dirty="0"/>
          </a:p>
        </p:txBody>
      </p:sp>
      <p:sp>
        <p:nvSpPr>
          <p:cNvPr id="9" name="anim-2-21"/>
          <p:cNvSpPr/>
          <p:nvPr/>
        </p:nvSpPr>
        <p:spPr>
          <a:xfrm>
            <a:off x="4379976" y="1645920"/>
            <a:ext cx="3429000" cy="3246120"/>
          </a:xfrm>
          <a:prstGeom prst="roundRect">
            <a:avLst>
              <a:gd name="adj" fmla="val 3944"/>
            </a:avLst>
          </a:prstGeom>
          <a:solidFill>
            <a:srgbClr val="14142B"/>
          </a:solidFill>
          <a:ln w="9525">
            <a:solidFill>
              <a:srgbClr val="34345E"/>
            </a:solidFill>
            <a:prstDash val="solid"/>
          </a:ln>
        </p:spPr>
      </p:sp>
      <p:sp>
        <p:nvSpPr>
          <p:cNvPr id="10" name="anim-2-22"/>
          <p:cNvSpPr/>
          <p:nvPr/>
        </p:nvSpPr>
        <p:spPr>
          <a:xfrm>
            <a:off x="4700016" y="1965960"/>
            <a:ext cx="822960" cy="822960"/>
          </a:xfrm>
          <a:prstGeom prst="ellipse">
            <a:avLst/>
          </a:prstGeom>
          <a:solidFill>
            <a:srgbClr val="F97316">
              <a:alpha val="22000"/>
            </a:srgbClr>
          </a:solidFill>
          <a:ln w="12700">
            <a:solidFill>
              <a:srgbClr val="F97316"/>
            </a:solidFill>
            <a:prstDash val="solid"/>
          </a:ln>
        </p:spPr>
      </p:sp>
      <p:pic>
        <p:nvPicPr>
          <p:cNvPr id="11" name="anim-2-23" descr="preencoded.png">    </p:cNvPr>
          <p:cNvPicPr>
            <a:picLocks noChangeAspect="1"/>
          </p:cNvPicPr>
          <p:nvPr/>
        </p:nvPicPr>
        <p:blipFill>
          <a:blip r:embed="rId2"/>
          <a:stretch>
            <a:fillRect/>
          </a:stretch>
        </p:blipFill>
        <p:spPr>
          <a:xfrm>
            <a:off x="4905756" y="2171700"/>
            <a:ext cx="411480" cy="411480"/>
          </a:xfrm>
          <a:prstGeom prst="rect">
            <a:avLst/>
          </a:prstGeom>
        </p:spPr>
      </p:pic>
      <p:sp>
        <p:nvSpPr>
          <p:cNvPr id="12" name="anim-2-24"/>
          <p:cNvSpPr txBox="1"/>
          <p:nvPr/>
        </p:nvSpPr>
        <p:spPr>
          <a:xfrm>
            <a:off x="4700016" y="3063240"/>
            <a:ext cx="2788920" cy="822960"/>
          </a:xfrm>
          <a:prstGeom prst="rect">
            <a:avLst/>
          </a:prstGeom>
          <a:noFill/>
          <a:ln/>
        </p:spPr>
        <p:txBody>
          <a:bodyPr wrap="square" lIns="0" tIns="0" rIns="0" bIns="0" rtlCol="0" anchor="t"/>
          <a:lstStyle/>
          <a:p>
            <a:pPr indent="0" marL="0">
              <a:buNone/>
            </a:pPr>
            <a:r>
              <a:rPr lang="en-US" sz="2200" b="1" dirty="0">
                <a:solidFill>
                  <a:srgbClr val="F1F5F9"/>
                </a:solidFill>
                <a:latin typeface="Calibri" pitchFamily="34" charset="0"/>
                <a:ea typeface="Calibri" pitchFamily="34" charset="-122"/>
                <a:cs typeface="Calibri" pitchFamily="34" charset="-120"/>
              </a:rPr>
              <a:t>Seats are a guess</a:t>
            </a:r>
            <a:endParaRPr lang="en-US" sz="2200" dirty="0"/>
          </a:p>
        </p:txBody>
      </p:sp>
      <p:sp>
        <p:nvSpPr>
          <p:cNvPr id="13" name="anim-2-25"/>
          <p:cNvSpPr txBox="1"/>
          <p:nvPr/>
        </p:nvSpPr>
        <p:spPr>
          <a:xfrm>
            <a:off x="4700016" y="3840480"/>
            <a:ext cx="2788920" cy="91440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Students arrive to a full room, or skip an event that had plenty of space.</a:t>
            </a:r>
            <a:endParaRPr lang="en-US" sz="1500" dirty="0"/>
          </a:p>
        </p:txBody>
      </p:sp>
      <p:sp>
        <p:nvSpPr>
          <p:cNvPr id="14" name="anim-3-26"/>
          <p:cNvSpPr/>
          <p:nvPr/>
        </p:nvSpPr>
        <p:spPr>
          <a:xfrm>
            <a:off x="8119872" y="1645920"/>
            <a:ext cx="3429000" cy="3246120"/>
          </a:xfrm>
          <a:prstGeom prst="roundRect">
            <a:avLst>
              <a:gd name="adj" fmla="val 3944"/>
            </a:avLst>
          </a:prstGeom>
          <a:solidFill>
            <a:srgbClr val="14142B"/>
          </a:solidFill>
          <a:ln w="9525">
            <a:solidFill>
              <a:srgbClr val="34345E"/>
            </a:solidFill>
            <a:prstDash val="solid"/>
          </a:ln>
        </p:spPr>
      </p:sp>
      <p:sp>
        <p:nvSpPr>
          <p:cNvPr id="15" name="anim-3-27"/>
          <p:cNvSpPr/>
          <p:nvPr/>
        </p:nvSpPr>
        <p:spPr>
          <a:xfrm>
            <a:off x="8439912" y="1965960"/>
            <a:ext cx="822960" cy="822960"/>
          </a:xfrm>
          <a:prstGeom prst="ellipse">
            <a:avLst/>
          </a:prstGeom>
          <a:solidFill>
            <a:srgbClr val="A5B4FC">
              <a:alpha val="22000"/>
            </a:srgbClr>
          </a:solidFill>
          <a:ln w="12700">
            <a:solidFill>
              <a:srgbClr val="A5B4FC"/>
            </a:solidFill>
            <a:prstDash val="solid"/>
          </a:ln>
        </p:spPr>
      </p:sp>
      <p:pic>
        <p:nvPicPr>
          <p:cNvPr id="16" name="anim-3-28" descr="preencoded.png">    </p:cNvPr>
          <p:cNvPicPr>
            <a:picLocks noChangeAspect="1"/>
          </p:cNvPicPr>
          <p:nvPr/>
        </p:nvPicPr>
        <p:blipFill>
          <a:blip r:embed="rId3"/>
          <a:stretch>
            <a:fillRect/>
          </a:stretch>
        </p:blipFill>
        <p:spPr>
          <a:xfrm>
            <a:off x="8645652" y="2171700"/>
            <a:ext cx="411480" cy="411480"/>
          </a:xfrm>
          <a:prstGeom prst="rect">
            <a:avLst/>
          </a:prstGeom>
        </p:spPr>
      </p:pic>
      <p:sp>
        <p:nvSpPr>
          <p:cNvPr id="17" name="anim-3-29"/>
          <p:cNvSpPr txBox="1"/>
          <p:nvPr/>
        </p:nvSpPr>
        <p:spPr>
          <a:xfrm>
            <a:off x="8439912" y="3063240"/>
            <a:ext cx="2788920" cy="822960"/>
          </a:xfrm>
          <a:prstGeom prst="rect">
            <a:avLst/>
          </a:prstGeom>
          <a:noFill/>
          <a:ln/>
        </p:spPr>
        <p:txBody>
          <a:bodyPr wrap="square" lIns="0" tIns="0" rIns="0" bIns="0" rtlCol="0" anchor="t"/>
          <a:lstStyle/>
          <a:p>
            <a:pPr indent="0" marL="0">
              <a:buNone/>
            </a:pPr>
            <a:r>
              <a:rPr lang="en-US" sz="2200" b="1" dirty="0">
                <a:solidFill>
                  <a:srgbClr val="F1F5F9"/>
                </a:solidFill>
                <a:latin typeface="Calibri" pitchFamily="34" charset="0"/>
                <a:ea typeface="Calibri" pitchFamily="34" charset="-122"/>
                <a:cs typeface="Calibri" pitchFamily="34" charset="-120"/>
              </a:rPr>
              <a:t>Hosts fly blind</a:t>
            </a:r>
            <a:endParaRPr lang="en-US" sz="2200" dirty="0"/>
          </a:p>
        </p:txBody>
      </p:sp>
      <p:sp>
        <p:nvSpPr>
          <p:cNvPr id="18" name="anim-3-30"/>
          <p:cNvSpPr txBox="1"/>
          <p:nvPr/>
        </p:nvSpPr>
        <p:spPr>
          <a:xfrm>
            <a:off x="8439912" y="3840480"/>
            <a:ext cx="2788920" cy="91440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Organisers cannot see who is coming, who is waiting or who really showed up.</a:t>
            </a:r>
            <a:endParaRPr lang="en-US" sz="1500" dirty="0"/>
          </a:p>
        </p:txBody>
      </p:sp>
      <p:sp>
        <p:nvSpPr>
          <p:cNvPr id="19" name="anim-4-31"/>
          <p:cNvSpPr txBox="1"/>
          <p:nvPr/>
        </p:nvSpPr>
        <p:spPr>
          <a:xfrm>
            <a:off x="640080" y="5349240"/>
            <a:ext cx="10881360" cy="640080"/>
          </a:xfrm>
          <a:prstGeom prst="rect">
            <a:avLst/>
          </a:prstGeom>
          <a:noFill/>
          <a:ln/>
        </p:spPr>
        <p:txBody>
          <a:bodyPr wrap="square" lIns="0" tIns="0" rIns="0" bIns="0" rtlCol="0" anchor="ctr"/>
          <a:lstStyle/>
          <a:p>
            <a:pPr indent="0" marL="0">
              <a:buNone/>
            </a:pPr>
            <a:r>
              <a:rPr lang="en-US" sz="2000" dirty="0">
                <a:solidFill>
                  <a:srgbClr val="A3AED0"/>
                </a:solidFill>
                <a:latin typeface="Calibri" pitchFamily="34" charset="0"/>
                <a:ea typeface="Calibri" pitchFamily="34" charset="-122"/>
                <a:cs typeface="Calibri" pitchFamily="34" charset="-120"/>
              </a:rPr>
              <a:t>The goal: </a:t>
            </a:r>
            <a:pPr indent="0" marL="0">
              <a:buNone/>
            </a:pPr>
            <a:r>
              <a:rPr lang="en-US" sz="2000" b="1" dirty="0">
                <a:solidFill>
                  <a:srgbClr val="F472B6"/>
                </a:solidFill>
                <a:latin typeface="Calibri" pitchFamily="34" charset="0"/>
                <a:ea typeface="Calibri" pitchFamily="34" charset="-122"/>
                <a:cs typeface="Calibri" pitchFamily="34" charset="-120"/>
              </a:rPr>
              <a:t>one place</a:t>
            </a:r>
            <a:pPr indent="0" marL="0">
              <a:buNone/>
            </a:pPr>
            <a:r>
              <a:rPr lang="en-US" sz="2000" dirty="0">
                <a:solidFill>
                  <a:srgbClr val="F1F5F9"/>
                </a:solidFill>
                <a:latin typeface="Calibri" pitchFamily="34" charset="0"/>
                <a:ea typeface="Calibri" pitchFamily="34" charset="-122"/>
                <a:cs typeface="Calibri" pitchFamily="34" charset="-120"/>
              </a:rPr>
              <a:t> where students find events and get a seat, and hosts stay in control.</a:t>
            </a:r>
            <a:endParaRPr lang="en-US" sz="2000" dirty="0"/>
          </a:p>
        </p:txBody>
      </p:sp>
      <p:sp>
        <p:nvSpPr>
          <p:cNvPr id="25" name="s2 Slide Number Placeholder 0"/>
          <p:cNvSpPr>
            <a:spLocks noGrp="1"/>
          </p:cNvSpPr>
          <p:nvPr>
            <p:ph type="sldNum" sz="quarter" idx="4294967295"/>
          </p:nvPr>
        </p:nvSpPr>
        <p:spPr>
          <a:xfrm>
            <a:off x="1106424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ED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decel="100000" fill="hold"/>
                                        <p:tgtEl>
                                          <p:spTgt spid="4"/>
                                        </p:tgtEl>
                                        <p:attrNameLst>
                                          <p:attrName>ppt_x</p:attrName>
                                        </p:attrNameLst>
                                      </p:cBhvr>
                                      <p:tavLst>
                                        <p:tav tm="0">
                                          <p:val>
                                            <p:strVal val="#ppt_x"/>
                                          </p:val>
                                        </p:tav>
                                        <p:tav tm="100000">
                                          <p:val>
                                            <p:strVal val="#ppt_x"/>
                                          </p:val>
                                        </p:tav>
                                      </p:tavLst>
                                    </p:anim>
                                    <p:anim calcmode="lin" valueType="num">
                                      <p:cBhvr>
                                        <p:cTn id="9" dur="550" decel="100000" fill="hold"/>
                                        <p:tgtEl>
                                          <p:spTgt spid="4"/>
                                        </p:tgtEl>
                                        <p:attrNameLst>
                                          <p:attrName>ppt_y</p:attrName>
                                        </p:attrNameLst>
                                      </p:cBhvr>
                                      <p:tavLst>
                                        <p:tav tm="0">
                                          <p:val>
                                            <p:strVal val="#ppt_y+.035"/>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decel="100000" fill="hold"/>
                                        <p:tgtEl>
                                          <p:spTgt spid="5"/>
                                        </p:tgtEl>
                                        <p:attrNameLst>
                                          <p:attrName>ppt_x</p:attrName>
                                        </p:attrNameLst>
                                      </p:cBhvr>
                                      <p:tavLst>
                                        <p:tav tm="0">
                                          <p:val>
                                            <p:strVal val="#ppt_x"/>
                                          </p:val>
                                        </p:tav>
                                        <p:tav tm="100000">
                                          <p:val>
                                            <p:strVal val="#ppt_x"/>
                                          </p:val>
                                        </p:tav>
                                      </p:tavLst>
                                    </p:anim>
                                    <p:anim calcmode="lin" valueType="num">
                                      <p:cBhvr>
                                        <p:cTn id="14" dur="550" decel="100000" fill="hold"/>
                                        <p:tgtEl>
                                          <p:spTgt spid="5"/>
                                        </p:tgtEl>
                                        <p:attrNameLst>
                                          <p:attrName>ppt_y</p:attrName>
                                        </p:attrNameLst>
                                      </p:cBhvr>
                                      <p:tavLst>
                                        <p:tav tm="0">
                                          <p:val>
                                            <p:strVal val="#ppt_y+.035"/>
                                          </p:val>
                                        </p:tav>
                                        <p:tav tm="100000">
                                          <p:val>
                                            <p:strVal val="#ppt_y"/>
                                          </p:val>
                                        </p:tav>
                                      </p:tavLst>
                                    </p:anim>
                                  </p:childTnLst>
                                </p:cTn>
                              </p:par>
                              <p:par>
                                <p:cTn id="15" presetID="42" presetClass="entr" presetSubtype="0" fill="hold" nodeType="withEffect">
                                  <p:stCondLst>
                                    <p:cond delay="2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decel="100000" fill="hold"/>
                                        <p:tgtEl>
                                          <p:spTgt spid="6"/>
                                        </p:tgtEl>
                                        <p:attrNameLst>
                                          <p:attrName>ppt_x</p:attrName>
                                        </p:attrNameLst>
                                      </p:cBhvr>
                                      <p:tavLst>
                                        <p:tav tm="0">
                                          <p:val>
                                            <p:strVal val="#ppt_x"/>
                                          </p:val>
                                        </p:tav>
                                        <p:tav tm="100000">
                                          <p:val>
                                            <p:strVal val="#ppt_x"/>
                                          </p:val>
                                        </p:tav>
                                      </p:tavLst>
                                    </p:anim>
                                    <p:anim calcmode="lin" valueType="num">
                                      <p:cBhvr>
                                        <p:cTn id="19" dur="550" decel="100000" fill="hold"/>
                                        <p:tgtEl>
                                          <p:spTgt spid="6"/>
                                        </p:tgtEl>
                                        <p:attrNameLst>
                                          <p:attrName>ppt_y</p:attrName>
                                        </p:attrNameLst>
                                      </p:cBhvr>
                                      <p:tavLst>
                                        <p:tav tm="0">
                                          <p:val>
                                            <p:strVal val="#ppt_y+.035"/>
                                          </p:val>
                                        </p:tav>
                                        <p:tav tm="100000">
                                          <p:val>
                                            <p:strVal val="#ppt_y"/>
                                          </p:val>
                                        </p:tav>
                                      </p:tavLst>
                                    </p:anim>
                                  </p:childTnLst>
                                </p:cTn>
                              </p:par>
                              <p:par>
                                <p:cTn id="20" presetID="42" presetClass="entr" presetSubtype="0" fill="hold" grpId="0" nodeType="withEffect">
                                  <p:stCondLst>
                                    <p:cond delay="2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decel="100000" fill="hold"/>
                                        <p:tgtEl>
                                          <p:spTgt spid="7"/>
                                        </p:tgtEl>
                                        <p:attrNameLst>
                                          <p:attrName>ppt_x</p:attrName>
                                        </p:attrNameLst>
                                      </p:cBhvr>
                                      <p:tavLst>
                                        <p:tav tm="0">
                                          <p:val>
                                            <p:strVal val="#ppt_x"/>
                                          </p:val>
                                        </p:tav>
                                        <p:tav tm="100000">
                                          <p:val>
                                            <p:strVal val="#ppt_x"/>
                                          </p:val>
                                        </p:tav>
                                      </p:tavLst>
                                    </p:anim>
                                    <p:anim calcmode="lin" valueType="num">
                                      <p:cBhvr>
                                        <p:cTn id="24" dur="550" decel="100000" fill="hold"/>
                                        <p:tgtEl>
                                          <p:spTgt spid="7"/>
                                        </p:tgtEl>
                                        <p:attrNameLst>
                                          <p:attrName>ppt_y</p:attrName>
                                        </p:attrNameLst>
                                      </p:cBhvr>
                                      <p:tavLst>
                                        <p:tav tm="0">
                                          <p:val>
                                            <p:strVal val="#ppt_y+.035"/>
                                          </p:val>
                                        </p:tav>
                                        <p:tav tm="100000">
                                          <p:val>
                                            <p:strVal val="#ppt_y"/>
                                          </p:val>
                                        </p:tav>
                                      </p:tavLst>
                                    </p:anim>
                                  </p:childTnLst>
                                </p:cTn>
                              </p:par>
                              <p:par>
                                <p:cTn id="25" presetID="42" presetClass="entr" presetSubtype="0" fill="hold" grpId="0" nodeType="withEffect">
                                  <p:stCondLst>
                                    <p:cond delay="25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decel="100000" fill="hold"/>
                                        <p:tgtEl>
                                          <p:spTgt spid="8"/>
                                        </p:tgtEl>
                                        <p:attrNameLst>
                                          <p:attrName>ppt_x</p:attrName>
                                        </p:attrNameLst>
                                      </p:cBhvr>
                                      <p:tavLst>
                                        <p:tav tm="0">
                                          <p:val>
                                            <p:strVal val="#ppt_x"/>
                                          </p:val>
                                        </p:tav>
                                        <p:tav tm="100000">
                                          <p:val>
                                            <p:strVal val="#ppt_x"/>
                                          </p:val>
                                        </p:tav>
                                      </p:tavLst>
                                    </p:anim>
                                    <p:anim calcmode="lin" valueType="num">
                                      <p:cBhvr>
                                        <p:cTn id="29" dur="550" decel="100000" fill="hold"/>
                                        <p:tgtEl>
                                          <p:spTgt spid="8"/>
                                        </p:tgtEl>
                                        <p:attrNameLst>
                                          <p:attrName>ppt_y</p:attrName>
                                        </p:attrNameLst>
                                      </p:cBhvr>
                                      <p:tavLst>
                                        <p:tav tm="0">
                                          <p:val>
                                            <p:strVal val="#ppt_y+.035"/>
                                          </p:val>
                                        </p:tav>
                                        <p:tav tm="100000">
                                          <p:val>
                                            <p:strVal val="#ppt_y"/>
                                          </p:val>
                                        </p:tav>
                                      </p:tavLst>
                                    </p:anim>
                                  </p:childTnLst>
                                </p:cTn>
                              </p:par>
                              <p:par>
                                <p:cTn id="30" presetID="42" presetClass="entr" presetSubtype="0" fill="hold" grpId="0" nodeType="withEffect">
                                  <p:stCondLst>
                                    <p:cond delay="47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p:cTn id="33" dur="550" decel="100000" fill="hold"/>
                                        <p:tgtEl>
                                          <p:spTgt spid="9"/>
                                        </p:tgtEl>
                                        <p:attrNameLst>
                                          <p:attrName>ppt_x</p:attrName>
                                        </p:attrNameLst>
                                      </p:cBhvr>
                                      <p:tavLst>
                                        <p:tav tm="0">
                                          <p:val>
                                            <p:strVal val="#ppt_x"/>
                                          </p:val>
                                        </p:tav>
                                        <p:tav tm="100000">
                                          <p:val>
                                            <p:strVal val="#ppt_x"/>
                                          </p:val>
                                        </p:tav>
                                      </p:tavLst>
                                    </p:anim>
                                    <p:anim calcmode="lin" valueType="num">
                                      <p:cBhvr>
                                        <p:cTn id="34" dur="550" decel="100000" fill="hold"/>
                                        <p:tgtEl>
                                          <p:spTgt spid="9"/>
                                        </p:tgtEl>
                                        <p:attrNameLst>
                                          <p:attrName>ppt_y</p:attrName>
                                        </p:attrNameLst>
                                      </p:cBhvr>
                                      <p:tavLst>
                                        <p:tav tm="0">
                                          <p:val>
                                            <p:strVal val="#ppt_y+.035"/>
                                          </p:val>
                                        </p:tav>
                                        <p:tav tm="100000">
                                          <p:val>
                                            <p:strVal val="#ppt_y"/>
                                          </p:val>
                                        </p:tav>
                                      </p:tavLst>
                                    </p:anim>
                                  </p:childTnLst>
                                </p:cTn>
                              </p:par>
                              <p:par>
                                <p:cTn id="35" presetID="42" presetClass="entr" presetSubtype="0" fill="hold" grpId="0" nodeType="withEffect">
                                  <p:stCondLst>
                                    <p:cond delay="47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p:cTn id="38" dur="550" decel="100000" fill="hold"/>
                                        <p:tgtEl>
                                          <p:spTgt spid="10"/>
                                        </p:tgtEl>
                                        <p:attrNameLst>
                                          <p:attrName>ppt_x</p:attrName>
                                        </p:attrNameLst>
                                      </p:cBhvr>
                                      <p:tavLst>
                                        <p:tav tm="0">
                                          <p:val>
                                            <p:strVal val="#ppt_x"/>
                                          </p:val>
                                        </p:tav>
                                        <p:tav tm="100000">
                                          <p:val>
                                            <p:strVal val="#ppt_x"/>
                                          </p:val>
                                        </p:tav>
                                      </p:tavLst>
                                    </p:anim>
                                    <p:anim calcmode="lin" valueType="num">
                                      <p:cBhvr>
                                        <p:cTn id="39" dur="550" decel="100000" fill="hold"/>
                                        <p:tgtEl>
                                          <p:spTgt spid="10"/>
                                        </p:tgtEl>
                                        <p:attrNameLst>
                                          <p:attrName>ppt_y</p:attrName>
                                        </p:attrNameLst>
                                      </p:cBhvr>
                                      <p:tavLst>
                                        <p:tav tm="0">
                                          <p:val>
                                            <p:strVal val="#ppt_y+.035"/>
                                          </p:val>
                                        </p:tav>
                                        <p:tav tm="100000">
                                          <p:val>
                                            <p:strVal val="#ppt_y"/>
                                          </p:val>
                                        </p:tav>
                                      </p:tavLst>
                                    </p:anim>
                                  </p:childTnLst>
                                </p:cTn>
                              </p:par>
                              <p:par>
                                <p:cTn id="40" presetID="42" presetClass="entr" presetSubtype="0" fill="hold" nodeType="withEffect">
                                  <p:stCondLst>
                                    <p:cond delay="47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p:cTn id="43" dur="550" decel="100000" fill="hold"/>
                                        <p:tgtEl>
                                          <p:spTgt spid="11"/>
                                        </p:tgtEl>
                                        <p:attrNameLst>
                                          <p:attrName>ppt_x</p:attrName>
                                        </p:attrNameLst>
                                      </p:cBhvr>
                                      <p:tavLst>
                                        <p:tav tm="0">
                                          <p:val>
                                            <p:strVal val="#ppt_x"/>
                                          </p:val>
                                        </p:tav>
                                        <p:tav tm="100000">
                                          <p:val>
                                            <p:strVal val="#ppt_x"/>
                                          </p:val>
                                        </p:tav>
                                      </p:tavLst>
                                    </p:anim>
                                    <p:anim calcmode="lin" valueType="num">
                                      <p:cBhvr>
                                        <p:cTn id="44" dur="550" decel="100000" fill="hold"/>
                                        <p:tgtEl>
                                          <p:spTgt spid="11"/>
                                        </p:tgtEl>
                                        <p:attrNameLst>
                                          <p:attrName>ppt_y</p:attrName>
                                        </p:attrNameLst>
                                      </p:cBhvr>
                                      <p:tavLst>
                                        <p:tav tm="0">
                                          <p:val>
                                            <p:strVal val="#ppt_y+.035"/>
                                          </p:val>
                                        </p:tav>
                                        <p:tav tm="100000">
                                          <p:val>
                                            <p:strVal val="#ppt_y"/>
                                          </p:val>
                                        </p:tav>
                                      </p:tavLst>
                                    </p:anim>
                                  </p:childTnLst>
                                </p:cTn>
                              </p:par>
                              <p:par>
                                <p:cTn id="45" presetID="42" presetClass="entr" presetSubtype="0" fill="hold" grpId="0" nodeType="withEffect">
                                  <p:stCondLst>
                                    <p:cond delay="47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p:cTn id="48" dur="550" decel="100000" fill="hold"/>
                                        <p:tgtEl>
                                          <p:spTgt spid="12"/>
                                        </p:tgtEl>
                                        <p:attrNameLst>
                                          <p:attrName>ppt_x</p:attrName>
                                        </p:attrNameLst>
                                      </p:cBhvr>
                                      <p:tavLst>
                                        <p:tav tm="0">
                                          <p:val>
                                            <p:strVal val="#ppt_x"/>
                                          </p:val>
                                        </p:tav>
                                        <p:tav tm="100000">
                                          <p:val>
                                            <p:strVal val="#ppt_x"/>
                                          </p:val>
                                        </p:tav>
                                      </p:tavLst>
                                    </p:anim>
                                    <p:anim calcmode="lin" valueType="num">
                                      <p:cBhvr>
                                        <p:cTn id="49" dur="550" decel="100000" fill="hold"/>
                                        <p:tgtEl>
                                          <p:spTgt spid="12"/>
                                        </p:tgtEl>
                                        <p:attrNameLst>
                                          <p:attrName>ppt_y</p:attrName>
                                        </p:attrNameLst>
                                      </p:cBhvr>
                                      <p:tavLst>
                                        <p:tav tm="0">
                                          <p:val>
                                            <p:strVal val="#ppt_y+.035"/>
                                          </p:val>
                                        </p:tav>
                                        <p:tav tm="100000">
                                          <p:val>
                                            <p:strVal val="#ppt_y"/>
                                          </p:val>
                                        </p:tav>
                                      </p:tavLst>
                                    </p:anim>
                                  </p:childTnLst>
                                </p:cTn>
                              </p:par>
                              <p:par>
                                <p:cTn id="50" presetID="42" presetClass="entr" presetSubtype="0" fill="hold" grpId="0" nodeType="withEffect">
                                  <p:stCondLst>
                                    <p:cond delay="47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p:cTn id="53" dur="550" decel="100000" fill="hold"/>
                                        <p:tgtEl>
                                          <p:spTgt spid="13"/>
                                        </p:tgtEl>
                                        <p:attrNameLst>
                                          <p:attrName>ppt_x</p:attrName>
                                        </p:attrNameLst>
                                      </p:cBhvr>
                                      <p:tavLst>
                                        <p:tav tm="0">
                                          <p:val>
                                            <p:strVal val="#ppt_x"/>
                                          </p:val>
                                        </p:tav>
                                        <p:tav tm="100000">
                                          <p:val>
                                            <p:strVal val="#ppt_x"/>
                                          </p:val>
                                        </p:tav>
                                      </p:tavLst>
                                    </p:anim>
                                    <p:anim calcmode="lin" valueType="num">
                                      <p:cBhvr>
                                        <p:cTn id="54" dur="550" decel="100000" fill="hold"/>
                                        <p:tgtEl>
                                          <p:spTgt spid="13"/>
                                        </p:tgtEl>
                                        <p:attrNameLst>
                                          <p:attrName>ppt_y</p:attrName>
                                        </p:attrNameLst>
                                      </p:cBhvr>
                                      <p:tavLst>
                                        <p:tav tm="0">
                                          <p:val>
                                            <p:strVal val="#ppt_y+.035"/>
                                          </p:val>
                                        </p:tav>
                                        <p:tav tm="100000">
                                          <p:val>
                                            <p:strVal val="#ppt_y"/>
                                          </p:val>
                                        </p:tav>
                                      </p:tavLst>
                                    </p:anim>
                                  </p:childTnLst>
                                </p:cTn>
                              </p:par>
                              <p:par>
                                <p:cTn id="55" presetID="42" presetClass="entr" presetSubtype="0" fill="hold" grpId="0" nodeType="withEffect">
                                  <p:stCondLst>
                                    <p:cond delay="69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p:cTn id="58" dur="550" decel="100000" fill="hold"/>
                                        <p:tgtEl>
                                          <p:spTgt spid="14"/>
                                        </p:tgtEl>
                                        <p:attrNameLst>
                                          <p:attrName>ppt_x</p:attrName>
                                        </p:attrNameLst>
                                      </p:cBhvr>
                                      <p:tavLst>
                                        <p:tav tm="0">
                                          <p:val>
                                            <p:strVal val="#ppt_x"/>
                                          </p:val>
                                        </p:tav>
                                        <p:tav tm="100000">
                                          <p:val>
                                            <p:strVal val="#ppt_x"/>
                                          </p:val>
                                        </p:tav>
                                      </p:tavLst>
                                    </p:anim>
                                    <p:anim calcmode="lin" valueType="num">
                                      <p:cBhvr>
                                        <p:cTn id="59" dur="550" decel="100000" fill="hold"/>
                                        <p:tgtEl>
                                          <p:spTgt spid="14"/>
                                        </p:tgtEl>
                                        <p:attrNameLst>
                                          <p:attrName>ppt_y</p:attrName>
                                        </p:attrNameLst>
                                      </p:cBhvr>
                                      <p:tavLst>
                                        <p:tav tm="0">
                                          <p:val>
                                            <p:strVal val="#ppt_y+.035"/>
                                          </p:val>
                                        </p:tav>
                                        <p:tav tm="100000">
                                          <p:val>
                                            <p:strVal val="#ppt_y"/>
                                          </p:val>
                                        </p:tav>
                                      </p:tavLst>
                                    </p:anim>
                                  </p:childTnLst>
                                </p:cTn>
                              </p:par>
                              <p:par>
                                <p:cTn id="60" presetID="42" presetClass="entr" presetSubtype="0" fill="hold" grpId="0" nodeType="withEffect">
                                  <p:stCondLst>
                                    <p:cond delay="69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p:cTn id="63" dur="550" decel="100000" fill="hold"/>
                                        <p:tgtEl>
                                          <p:spTgt spid="15"/>
                                        </p:tgtEl>
                                        <p:attrNameLst>
                                          <p:attrName>ppt_x</p:attrName>
                                        </p:attrNameLst>
                                      </p:cBhvr>
                                      <p:tavLst>
                                        <p:tav tm="0">
                                          <p:val>
                                            <p:strVal val="#ppt_x"/>
                                          </p:val>
                                        </p:tav>
                                        <p:tav tm="100000">
                                          <p:val>
                                            <p:strVal val="#ppt_x"/>
                                          </p:val>
                                        </p:tav>
                                      </p:tavLst>
                                    </p:anim>
                                    <p:anim calcmode="lin" valueType="num">
                                      <p:cBhvr>
                                        <p:cTn id="64" dur="550" decel="100000" fill="hold"/>
                                        <p:tgtEl>
                                          <p:spTgt spid="15"/>
                                        </p:tgtEl>
                                        <p:attrNameLst>
                                          <p:attrName>ppt_y</p:attrName>
                                        </p:attrNameLst>
                                      </p:cBhvr>
                                      <p:tavLst>
                                        <p:tav tm="0">
                                          <p:val>
                                            <p:strVal val="#ppt_y+.035"/>
                                          </p:val>
                                        </p:tav>
                                        <p:tav tm="100000">
                                          <p:val>
                                            <p:strVal val="#ppt_y"/>
                                          </p:val>
                                        </p:tav>
                                      </p:tavLst>
                                    </p:anim>
                                  </p:childTnLst>
                                </p:cTn>
                              </p:par>
                              <p:par>
                                <p:cTn id="65" presetID="42" presetClass="entr" presetSubtype="0" fill="hold" nodeType="withEffect">
                                  <p:stCondLst>
                                    <p:cond delay="69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p:cTn id="68" dur="550" decel="100000" fill="hold"/>
                                        <p:tgtEl>
                                          <p:spTgt spid="16"/>
                                        </p:tgtEl>
                                        <p:attrNameLst>
                                          <p:attrName>ppt_x</p:attrName>
                                        </p:attrNameLst>
                                      </p:cBhvr>
                                      <p:tavLst>
                                        <p:tav tm="0">
                                          <p:val>
                                            <p:strVal val="#ppt_x"/>
                                          </p:val>
                                        </p:tav>
                                        <p:tav tm="100000">
                                          <p:val>
                                            <p:strVal val="#ppt_x"/>
                                          </p:val>
                                        </p:tav>
                                      </p:tavLst>
                                    </p:anim>
                                    <p:anim calcmode="lin" valueType="num">
                                      <p:cBhvr>
                                        <p:cTn id="69" dur="550" decel="100000" fill="hold"/>
                                        <p:tgtEl>
                                          <p:spTgt spid="16"/>
                                        </p:tgtEl>
                                        <p:attrNameLst>
                                          <p:attrName>ppt_y</p:attrName>
                                        </p:attrNameLst>
                                      </p:cBhvr>
                                      <p:tavLst>
                                        <p:tav tm="0">
                                          <p:val>
                                            <p:strVal val="#ppt_y+.035"/>
                                          </p:val>
                                        </p:tav>
                                        <p:tav tm="100000">
                                          <p:val>
                                            <p:strVal val="#ppt_y"/>
                                          </p:val>
                                        </p:tav>
                                      </p:tavLst>
                                    </p:anim>
                                  </p:childTnLst>
                                </p:cTn>
                              </p:par>
                              <p:par>
                                <p:cTn id="70" presetID="42" presetClass="entr" presetSubtype="0" fill="hold" grpId="0" nodeType="withEffect">
                                  <p:stCondLst>
                                    <p:cond delay="69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50"/>
                                        <p:tgtEl>
                                          <p:spTgt spid="17"/>
                                        </p:tgtEl>
                                      </p:cBhvr>
                                    </p:animEffect>
                                    <p:anim calcmode="lin" valueType="num">
                                      <p:cBhvr>
                                        <p:cTn id="73" dur="550" decel="100000" fill="hold"/>
                                        <p:tgtEl>
                                          <p:spTgt spid="17"/>
                                        </p:tgtEl>
                                        <p:attrNameLst>
                                          <p:attrName>ppt_x</p:attrName>
                                        </p:attrNameLst>
                                      </p:cBhvr>
                                      <p:tavLst>
                                        <p:tav tm="0">
                                          <p:val>
                                            <p:strVal val="#ppt_x"/>
                                          </p:val>
                                        </p:tav>
                                        <p:tav tm="100000">
                                          <p:val>
                                            <p:strVal val="#ppt_x"/>
                                          </p:val>
                                        </p:tav>
                                      </p:tavLst>
                                    </p:anim>
                                    <p:anim calcmode="lin" valueType="num">
                                      <p:cBhvr>
                                        <p:cTn id="74" dur="550" decel="100000" fill="hold"/>
                                        <p:tgtEl>
                                          <p:spTgt spid="17"/>
                                        </p:tgtEl>
                                        <p:attrNameLst>
                                          <p:attrName>ppt_y</p:attrName>
                                        </p:attrNameLst>
                                      </p:cBhvr>
                                      <p:tavLst>
                                        <p:tav tm="0">
                                          <p:val>
                                            <p:strVal val="#ppt_y+.035"/>
                                          </p:val>
                                        </p:tav>
                                        <p:tav tm="100000">
                                          <p:val>
                                            <p:strVal val="#ppt_y"/>
                                          </p:val>
                                        </p:tav>
                                      </p:tavLst>
                                    </p:anim>
                                  </p:childTnLst>
                                </p:cTn>
                              </p:par>
                              <p:par>
                                <p:cTn id="75" presetID="42" presetClass="entr" presetSubtype="0" fill="hold" grpId="0" nodeType="withEffect">
                                  <p:stCondLst>
                                    <p:cond delay="69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50"/>
                                        <p:tgtEl>
                                          <p:spTgt spid="18"/>
                                        </p:tgtEl>
                                      </p:cBhvr>
                                    </p:animEffect>
                                    <p:anim calcmode="lin" valueType="num">
                                      <p:cBhvr>
                                        <p:cTn id="78" dur="550" decel="100000" fill="hold"/>
                                        <p:tgtEl>
                                          <p:spTgt spid="18"/>
                                        </p:tgtEl>
                                        <p:attrNameLst>
                                          <p:attrName>ppt_x</p:attrName>
                                        </p:attrNameLst>
                                      </p:cBhvr>
                                      <p:tavLst>
                                        <p:tav tm="0">
                                          <p:val>
                                            <p:strVal val="#ppt_x"/>
                                          </p:val>
                                        </p:tav>
                                        <p:tav tm="100000">
                                          <p:val>
                                            <p:strVal val="#ppt_x"/>
                                          </p:val>
                                        </p:tav>
                                      </p:tavLst>
                                    </p:anim>
                                    <p:anim calcmode="lin" valueType="num">
                                      <p:cBhvr>
                                        <p:cTn id="79" dur="550" decel="100000" fill="hold"/>
                                        <p:tgtEl>
                                          <p:spTgt spid="18"/>
                                        </p:tgtEl>
                                        <p:attrNameLst>
                                          <p:attrName>ppt_y</p:attrName>
                                        </p:attrNameLst>
                                      </p:cBhvr>
                                      <p:tavLst>
                                        <p:tav tm="0">
                                          <p:val>
                                            <p:strVal val="#ppt_y+.035"/>
                                          </p:val>
                                        </p:tav>
                                        <p:tav tm="100000">
                                          <p:val>
                                            <p:strVal val="#ppt_y"/>
                                          </p:val>
                                        </p:tav>
                                      </p:tavLst>
                                    </p:anim>
                                  </p:childTnLst>
                                </p:cTn>
                              </p:par>
                              <p:par>
                                <p:cTn id="80" presetID="42" presetClass="entr" presetSubtype="0" fill="hold" grpId="0" nodeType="withEffect">
                                  <p:stCondLst>
                                    <p:cond delay="91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50"/>
                                        <p:tgtEl>
                                          <p:spTgt spid="19"/>
                                        </p:tgtEl>
                                      </p:cBhvr>
                                    </p:animEffect>
                                    <p:anim calcmode="lin" valueType="num">
                                      <p:cBhvr>
                                        <p:cTn id="83" dur="550" decel="100000" fill="hold"/>
                                        <p:tgtEl>
                                          <p:spTgt spid="19"/>
                                        </p:tgtEl>
                                        <p:attrNameLst>
                                          <p:attrName>ppt_x</p:attrName>
                                        </p:attrNameLst>
                                      </p:cBhvr>
                                      <p:tavLst>
                                        <p:tav tm="0">
                                          <p:val>
                                            <p:strVal val="#ppt_x"/>
                                          </p:val>
                                        </p:tav>
                                        <p:tav tm="100000">
                                          <p:val>
                                            <p:strVal val="#ppt_x"/>
                                          </p:val>
                                        </p:tav>
                                      </p:tavLst>
                                    </p:anim>
                                    <p:anim calcmode="lin" valueType="num">
                                      <p:cBhvr>
                                        <p:cTn id="84" dur="550" decel="100000" fill="hold"/>
                                        <p:tgtEl>
                                          <p:spTgt spid="19"/>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orb"/>
          <p:cNvSpPr/>
          <p:nvPr/>
        </p:nvSpPr>
        <p:spPr>
          <a:xfrm>
            <a:off x="-1828800" y="3108960"/>
            <a:ext cx="5120640" cy="5120640"/>
          </a:xfrm>
          <a:prstGeom prst="ellipse">
            <a:avLst/>
          </a:prstGeom>
          <a:solidFill>
            <a:srgbClr val="F472B6">
              <a:alpha val="38000"/>
            </a:srgbClr>
          </a:solidFill>
          <a:ln w="12700">
            <a:solidFill>
              <a:srgbClr val="F472B6"/>
            </a:solidFill>
            <a:prstDash val="solid"/>
          </a:ln>
          <a:effectLst>
            <a:softEdge rad="1700000"/>
          </a:effectLst>
        </p:spPr>
      </p:sp>
      <p:sp>
        <p:nvSpPr>
          <p:cNvPr id="3" name="s3 Text 1"/>
          <p:cNvSpPr/>
          <p:nvPr>
            <p:ph idx="101" type="title" hasCustomPrompt="1"/>
          </p:nvPr>
        </p:nvSpPr>
        <p:spPr>
          <a:xfrm>
            <a:off x="640080" y="457200"/>
            <a:ext cx="10908792" cy="777240"/>
          </a:xfrm>
          <a:prstGeom prst="rect">
            <a:avLst/>
          </a:prstGeom>
          <a:noFill/>
          <a:ln/>
        </p:spPr>
        <p:txBody>
          <a:bodyPr wrap="square" lIns="0" tIns="0" rIns="0" bIns="0" rtlCol="0" anchor="ctr"/>
          <a:lstStyle/>
          <a:p>
            <a:pPr algn="l" indent="0" marL="0">
              <a:buNone/>
            </a:pPr>
            <a:r>
              <a:rPr lang="en-US" sz="2600" dirty="0">
                <a:solidFill>
                  <a:srgbClr val="F1F5F9"/>
                </a:solidFill>
                <a:latin typeface="Arial Black" pitchFamily="34" charset="0"/>
                <a:ea typeface="Arial Black" pitchFamily="34" charset="-122"/>
                <a:cs typeface="Arial Black" pitchFamily="34" charset="-120"/>
              </a:rPr>
              <a:t>One place, four moments</a:t>
            </a:r>
            <a:endParaRPr lang="en-US" sz="2600" dirty="0"/>
          </a:p>
        </p:txBody>
      </p:sp>
      <p:sp>
        <p:nvSpPr>
          <p:cNvPr id="4" name="anim-1-32"/>
          <p:cNvSpPr/>
          <p:nvPr/>
        </p:nvSpPr>
        <p:spPr>
          <a:xfrm>
            <a:off x="640080" y="1645920"/>
            <a:ext cx="2514600" cy="3200400"/>
          </a:xfrm>
          <a:prstGeom prst="roundRect">
            <a:avLst>
              <a:gd name="adj" fmla="val 5091"/>
            </a:avLst>
          </a:prstGeom>
          <a:solidFill>
            <a:srgbClr val="14142B"/>
          </a:solidFill>
          <a:ln w="9525">
            <a:solidFill>
              <a:srgbClr val="34345E"/>
            </a:solidFill>
            <a:prstDash val="solid"/>
          </a:ln>
        </p:spPr>
      </p:sp>
      <p:sp>
        <p:nvSpPr>
          <p:cNvPr id="5" name="anim-1-33"/>
          <p:cNvSpPr txBox="1"/>
          <p:nvPr/>
        </p:nvSpPr>
        <p:spPr>
          <a:xfrm>
            <a:off x="914400" y="1828800"/>
            <a:ext cx="1280160" cy="640080"/>
          </a:xfrm>
          <a:prstGeom prst="rect">
            <a:avLst/>
          </a:prstGeom>
          <a:noFill/>
          <a:ln/>
        </p:spPr>
        <p:txBody>
          <a:bodyPr wrap="square" lIns="0" tIns="0" rIns="0" bIns="0" rtlCol="0" anchor="ctr"/>
          <a:lstStyle/>
          <a:p>
            <a:pPr indent="0" marL="0">
              <a:buNone/>
            </a:pPr>
            <a:r>
              <a:rPr lang="en-US" sz="3400" dirty="0">
                <a:solidFill>
                  <a:srgbClr val="A5B4FC"/>
                </a:solidFill>
                <a:latin typeface="Arial Black" pitchFamily="34" charset="0"/>
                <a:ea typeface="Arial Black" pitchFamily="34" charset="-122"/>
                <a:cs typeface="Arial Black" pitchFamily="34" charset="-120"/>
              </a:rPr>
              <a:t>01</a:t>
            </a:r>
            <a:endParaRPr lang="en-US" sz="3400" dirty="0"/>
          </a:p>
        </p:txBody>
      </p:sp>
      <p:sp>
        <p:nvSpPr>
          <p:cNvPr id="6" name="anim-1-34"/>
          <p:cNvSpPr/>
          <p:nvPr/>
        </p:nvSpPr>
        <p:spPr>
          <a:xfrm>
            <a:off x="2240280" y="1874520"/>
            <a:ext cx="640080" cy="640080"/>
          </a:xfrm>
          <a:prstGeom prst="ellipse">
            <a:avLst/>
          </a:prstGeom>
          <a:solidFill>
            <a:srgbClr val="A5B4FC">
              <a:alpha val="22000"/>
            </a:srgbClr>
          </a:solidFill>
          <a:ln w="12700">
            <a:solidFill>
              <a:srgbClr val="A5B4FC"/>
            </a:solidFill>
            <a:prstDash val="solid"/>
          </a:ln>
        </p:spPr>
      </p:sp>
      <p:pic>
        <p:nvPicPr>
          <p:cNvPr id="7" name="anim-1-35" descr="preencoded.png">    </p:cNvPr>
          <p:cNvPicPr>
            <a:picLocks noChangeAspect="1"/>
          </p:cNvPicPr>
          <p:nvPr/>
        </p:nvPicPr>
        <p:blipFill>
          <a:blip r:embed="rId1"/>
          <a:stretch>
            <a:fillRect/>
          </a:stretch>
        </p:blipFill>
        <p:spPr>
          <a:xfrm>
            <a:off x="2400300" y="2034540"/>
            <a:ext cx="320040" cy="320040"/>
          </a:xfrm>
          <a:prstGeom prst="rect">
            <a:avLst/>
          </a:prstGeom>
        </p:spPr>
      </p:pic>
      <p:sp>
        <p:nvSpPr>
          <p:cNvPr id="8" name="anim-1-36"/>
          <p:cNvSpPr txBox="1"/>
          <p:nvPr/>
        </p:nvSpPr>
        <p:spPr>
          <a:xfrm>
            <a:off x="914400" y="2743200"/>
            <a:ext cx="1965960" cy="457200"/>
          </a:xfrm>
          <a:prstGeom prst="rect">
            <a:avLst/>
          </a:prstGeom>
          <a:noFill/>
          <a:ln/>
        </p:spPr>
        <p:txBody>
          <a:bodyPr wrap="square" lIns="0" tIns="0" rIns="0" bIns="0" rtlCol="0" anchor="t"/>
          <a:lstStyle/>
          <a:p>
            <a:pPr indent="0" marL="0">
              <a:buNone/>
            </a:pPr>
            <a:r>
              <a:rPr lang="en-US" sz="2200" b="1" dirty="0">
                <a:solidFill>
                  <a:srgbClr val="F1F5F9"/>
                </a:solidFill>
                <a:latin typeface="Calibri" pitchFamily="34" charset="0"/>
                <a:ea typeface="Calibri" pitchFamily="34" charset="-122"/>
                <a:cs typeface="Calibri" pitchFamily="34" charset="-120"/>
              </a:rPr>
              <a:t>Discover</a:t>
            </a:r>
            <a:endParaRPr lang="en-US" sz="2200" dirty="0"/>
          </a:p>
        </p:txBody>
      </p:sp>
      <p:sp>
        <p:nvSpPr>
          <p:cNvPr id="9" name="anim-1-37"/>
          <p:cNvSpPr txBox="1"/>
          <p:nvPr/>
        </p:nvSpPr>
        <p:spPr>
          <a:xfrm>
            <a:off x="914400" y="3291840"/>
            <a:ext cx="1965960" cy="1371600"/>
          </a:xfrm>
          <a:prstGeom prst="rect">
            <a:avLst/>
          </a:prstGeom>
          <a:noFill/>
          <a:ln/>
        </p:spPr>
        <p:txBody>
          <a:bodyPr wrap="square" lIns="0" tIns="0" rIns="0" bIns="0" rtlCol="0" anchor="t"/>
          <a:lstStyle/>
          <a:p>
            <a:pPr indent="0" marL="0">
              <a:buNone/>
            </a:pPr>
            <a:r>
              <a:rPr lang="en-US" sz="1600" dirty="0">
                <a:solidFill>
                  <a:srgbClr val="A3AED0"/>
                </a:solidFill>
                <a:latin typeface="Calibri" pitchFamily="34" charset="0"/>
                <a:ea typeface="Calibri" pitchFamily="34" charset="-122"/>
                <a:cs typeface="Calibri" pitchFamily="34" charset="-120"/>
              </a:rPr>
              <a:t>Search, filter and sort upcoming events with live results.</a:t>
            </a:r>
            <a:endParaRPr lang="en-US" sz="1600" dirty="0"/>
          </a:p>
        </p:txBody>
      </p:sp>
      <p:sp>
        <p:nvSpPr>
          <p:cNvPr id="10" name="anim-1-38"/>
          <p:cNvSpPr/>
          <p:nvPr/>
        </p:nvSpPr>
        <p:spPr>
          <a:xfrm>
            <a:off x="3182112" y="3063240"/>
            <a:ext cx="228600" cy="274320"/>
          </a:xfrm>
          <a:prstGeom prst="rightArrow">
            <a:avLst/>
          </a:prstGeom>
          <a:solidFill>
            <a:srgbClr val="A5B4FC"/>
          </a:solidFill>
          <a:ln w="12700">
            <a:solidFill>
              <a:srgbClr val="A5B4FC"/>
            </a:solidFill>
            <a:prstDash val="solid"/>
          </a:ln>
        </p:spPr>
      </p:sp>
      <p:sp>
        <p:nvSpPr>
          <p:cNvPr id="11" name="anim-2-39"/>
          <p:cNvSpPr/>
          <p:nvPr/>
        </p:nvSpPr>
        <p:spPr>
          <a:xfrm>
            <a:off x="3438144" y="1645920"/>
            <a:ext cx="2514600" cy="3200400"/>
          </a:xfrm>
          <a:prstGeom prst="roundRect">
            <a:avLst>
              <a:gd name="adj" fmla="val 5091"/>
            </a:avLst>
          </a:prstGeom>
          <a:solidFill>
            <a:srgbClr val="14142B"/>
          </a:solidFill>
          <a:ln w="9525">
            <a:solidFill>
              <a:srgbClr val="34345E"/>
            </a:solidFill>
            <a:prstDash val="solid"/>
          </a:ln>
        </p:spPr>
      </p:sp>
      <p:sp>
        <p:nvSpPr>
          <p:cNvPr id="12" name="anim-2-40"/>
          <p:cNvSpPr txBox="1"/>
          <p:nvPr/>
        </p:nvSpPr>
        <p:spPr>
          <a:xfrm>
            <a:off x="3712464" y="1828800"/>
            <a:ext cx="1280160" cy="640080"/>
          </a:xfrm>
          <a:prstGeom prst="rect">
            <a:avLst/>
          </a:prstGeom>
          <a:noFill/>
          <a:ln/>
        </p:spPr>
        <p:txBody>
          <a:bodyPr wrap="square" lIns="0" tIns="0" rIns="0" bIns="0" rtlCol="0" anchor="ctr"/>
          <a:lstStyle/>
          <a:p>
            <a:pPr indent="0" marL="0">
              <a:buNone/>
            </a:pPr>
            <a:r>
              <a:rPr lang="en-US" sz="3400" dirty="0">
                <a:solidFill>
                  <a:srgbClr val="4ADE80"/>
                </a:solidFill>
                <a:latin typeface="Arial Black" pitchFamily="34" charset="0"/>
                <a:ea typeface="Arial Black" pitchFamily="34" charset="-122"/>
                <a:cs typeface="Arial Black" pitchFamily="34" charset="-120"/>
              </a:rPr>
              <a:t>02</a:t>
            </a:r>
            <a:endParaRPr lang="en-US" sz="3400" dirty="0"/>
          </a:p>
        </p:txBody>
      </p:sp>
      <p:sp>
        <p:nvSpPr>
          <p:cNvPr id="13" name="anim-2-41"/>
          <p:cNvSpPr/>
          <p:nvPr/>
        </p:nvSpPr>
        <p:spPr>
          <a:xfrm>
            <a:off x="5038344" y="1874520"/>
            <a:ext cx="640080" cy="640080"/>
          </a:xfrm>
          <a:prstGeom prst="ellipse">
            <a:avLst/>
          </a:prstGeom>
          <a:solidFill>
            <a:srgbClr val="4ADE80">
              <a:alpha val="22000"/>
            </a:srgbClr>
          </a:solidFill>
          <a:ln w="12700">
            <a:solidFill>
              <a:srgbClr val="4ADE80"/>
            </a:solidFill>
            <a:prstDash val="solid"/>
          </a:ln>
        </p:spPr>
      </p:sp>
      <p:pic>
        <p:nvPicPr>
          <p:cNvPr id="14" name="anim-2-42" descr="preencoded.png">    </p:cNvPr>
          <p:cNvPicPr>
            <a:picLocks noChangeAspect="1"/>
          </p:cNvPicPr>
          <p:nvPr/>
        </p:nvPicPr>
        <p:blipFill>
          <a:blip r:embed="rId2"/>
          <a:stretch>
            <a:fillRect/>
          </a:stretch>
        </p:blipFill>
        <p:spPr>
          <a:xfrm>
            <a:off x="5198364" y="2034540"/>
            <a:ext cx="320040" cy="320040"/>
          </a:xfrm>
          <a:prstGeom prst="rect">
            <a:avLst/>
          </a:prstGeom>
        </p:spPr>
      </p:pic>
      <p:sp>
        <p:nvSpPr>
          <p:cNvPr id="15" name="anim-2-43"/>
          <p:cNvSpPr txBox="1"/>
          <p:nvPr/>
        </p:nvSpPr>
        <p:spPr>
          <a:xfrm>
            <a:off x="3712464" y="2743200"/>
            <a:ext cx="1965960" cy="457200"/>
          </a:xfrm>
          <a:prstGeom prst="rect">
            <a:avLst/>
          </a:prstGeom>
          <a:noFill/>
          <a:ln/>
        </p:spPr>
        <p:txBody>
          <a:bodyPr wrap="square" lIns="0" tIns="0" rIns="0" bIns="0" rtlCol="0" anchor="t"/>
          <a:lstStyle/>
          <a:p>
            <a:pPr indent="0" marL="0">
              <a:buNone/>
            </a:pPr>
            <a:r>
              <a:rPr lang="en-US" sz="2200" b="1" dirty="0">
                <a:solidFill>
                  <a:srgbClr val="F1F5F9"/>
                </a:solidFill>
                <a:latin typeface="Calibri" pitchFamily="34" charset="0"/>
                <a:ea typeface="Calibri" pitchFamily="34" charset="-122"/>
                <a:cs typeface="Calibri" pitchFamily="34" charset="-120"/>
              </a:rPr>
              <a:t>Register</a:t>
            </a:r>
            <a:endParaRPr lang="en-US" sz="2200" dirty="0"/>
          </a:p>
        </p:txBody>
      </p:sp>
      <p:sp>
        <p:nvSpPr>
          <p:cNvPr id="16" name="anim-2-44"/>
          <p:cNvSpPr txBox="1"/>
          <p:nvPr/>
        </p:nvSpPr>
        <p:spPr>
          <a:xfrm>
            <a:off x="3712464" y="3291840"/>
            <a:ext cx="1965960" cy="1371600"/>
          </a:xfrm>
          <a:prstGeom prst="rect">
            <a:avLst/>
          </a:prstGeom>
          <a:noFill/>
          <a:ln/>
        </p:spPr>
        <p:txBody>
          <a:bodyPr wrap="square" lIns="0" tIns="0" rIns="0" bIns="0" rtlCol="0" anchor="t"/>
          <a:lstStyle/>
          <a:p>
            <a:pPr indent="0" marL="0">
              <a:buNone/>
            </a:pPr>
            <a:r>
              <a:rPr lang="en-US" sz="1600" dirty="0">
                <a:solidFill>
                  <a:srgbClr val="A3AED0"/>
                </a:solidFill>
                <a:latin typeface="Calibri" pitchFamily="34" charset="0"/>
                <a:ea typeface="Calibri" pitchFamily="34" charset="-122"/>
                <a:cs typeface="Calibri" pitchFamily="34" charset="-120"/>
              </a:rPr>
              <a:t>One click takes a seat, and the seat meter updates at once.</a:t>
            </a:r>
            <a:endParaRPr lang="en-US" sz="1600" dirty="0"/>
          </a:p>
        </p:txBody>
      </p:sp>
      <p:sp>
        <p:nvSpPr>
          <p:cNvPr id="17" name="anim-2-45"/>
          <p:cNvSpPr/>
          <p:nvPr/>
        </p:nvSpPr>
        <p:spPr>
          <a:xfrm>
            <a:off x="5980176" y="3063240"/>
            <a:ext cx="228600" cy="274320"/>
          </a:xfrm>
          <a:prstGeom prst="rightArrow">
            <a:avLst/>
          </a:prstGeom>
          <a:solidFill>
            <a:srgbClr val="A5B4FC"/>
          </a:solidFill>
          <a:ln w="12700">
            <a:solidFill>
              <a:srgbClr val="A5B4FC"/>
            </a:solidFill>
            <a:prstDash val="solid"/>
          </a:ln>
        </p:spPr>
      </p:sp>
      <p:sp>
        <p:nvSpPr>
          <p:cNvPr id="18" name="anim-3-46"/>
          <p:cNvSpPr/>
          <p:nvPr/>
        </p:nvSpPr>
        <p:spPr>
          <a:xfrm>
            <a:off x="6236208" y="1645920"/>
            <a:ext cx="2514600" cy="3200400"/>
          </a:xfrm>
          <a:prstGeom prst="roundRect">
            <a:avLst>
              <a:gd name="adj" fmla="val 5091"/>
            </a:avLst>
          </a:prstGeom>
          <a:solidFill>
            <a:srgbClr val="14142B"/>
          </a:solidFill>
          <a:ln w="9525">
            <a:solidFill>
              <a:srgbClr val="34345E"/>
            </a:solidFill>
            <a:prstDash val="solid"/>
          </a:ln>
        </p:spPr>
      </p:sp>
      <p:sp>
        <p:nvSpPr>
          <p:cNvPr id="19" name="anim-3-47"/>
          <p:cNvSpPr txBox="1"/>
          <p:nvPr/>
        </p:nvSpPr>
        <p:spPr>
          <a:xfrm>
            <a:off x="6510528" y="1828800"/>
            <a:ext cx="1280160" cy="640080"/>
          </a:xfrm>
          <a:prstGeom prst="rect">
            <a:avLst/>
          </a:prstGeom>
          <a:noFill/>
          <a:ln/>
        </p:spPr>
        <p:txBody>
          <a:bodyPr wrap="square" lIns="0" tIns="0" rIns="0" bIns="0" rtlCol="0" anchor="ctr"/>
          <a:lstStyle/>
          <a:p>
            <a:pPr indent="0" marL="0">
              <a:buNone/>
            </a:pPr>
            <a:r>
              <a:rPr lang="en-US" sz="3400" dirty="0">
                <a:solidFill>
                  <a:srgbClr val="F97316"/>
                </a:solidFill>
                <a:latin typeface="Arial Black" pitchFamily="34" charset="0"/>
                <a:ea typeface="Arial Black" pitchFamily="34" charset="-122"/>
                <a:cs typeface="Arial Black" pitchFamily="34" charset="-120"/>
              </a:rPr>
              <a:t>03</a:t>
            </a:r>
            <a:endParaRPr lang="en-US" sz="3400" dirty="0"/>
          </a:p>
        </p:txBody>
      </p:sp>
      <p:sp>
        <p:nvSpPr>
          <p:cNvPr id="20" name="anim-3-48"/>
          <p:cNvSpPr/>
          <p:nvPr/>
        </p:nvSpPr>
        <p:spPr>
          <a:xfrm>
            <a:off x="7836408" y="1874520"/>
            <a:ext cx="640080" cy="640080"/>
          </a:xfrm>
          <a:prstGeom prst="ellipse">
            <a:avLst/>
          </a:prstGeom>
          <a:solidFill>
            <a:srgbClr val="F97316">
              <a:alpha val="22000"/>
            </a:srgbClr>
          </a:solidFill>
          <a:ln w="12700">
            <a:solidFill>
              <a:srgbClr val="F97316"/>
            </a:solidFill>
            <a:prstDash val="solid"/>
          </a:ln>
        </p:spPr>
      </p:sp>
      <p:pic>
        <p:nvPicPr>
          <p:cNvPr id="21" name="anim-3-49" descr="preencoded.png">    </p:cNvPr>
          <p:cNvPicPr>
            <a:picLocks noChangeAspect="1"/>
          </p:cNvPicPr>
          <p:nvPr/>
        </p:nvPicPr>
        <p:blipFill>
          <a:blip r:embed="rId3"/>
          <a:stretch>
            <a:fillRect/>
          </a:stretch>
        </p:blipFill>
        <p:spPr>
          <a:xfrm>
            <a:off x="7996428" y="2034540"/>
            <a:ext cx="320040" cy="320040"/>
          </a:xfrm>
          <a:prstGeom prst="rect">
            <a:avLst/>
          </a:prstGeom>
        </p:spPr>
      </p:pic>
      <p:sp>
        <p:nvSpPr>
          <p:cNvPr id="22" name="anim-3-50"/>
          <p:cNvSpPr txBox="1"/>
          <p:nvPr/>
        </p:nvSpPr>
        <p:spPr>
          <a:xfrm>
            <a:off x="6510528" y="2743200"/>
            <a:ext cx="1965960" cy="457200"/>
          </a:xfrm>
          <a:prstGeom prst="rect">
            <a:avLst/>
          </a:prstGeom>
          <a:noFill/>
          <a:ln/>
        </p:spPr>
        <p:txBody>
          <a:bodyPr wrap="square" lIns="0" tIns="0" rIns="0" bIns="0" rtlCol="0" anchor="t"/>
          <a:lstStyle/>
          <a:p>
            <a:pPr indent="0" marL="0">
              <a:buNone/>
            </a:pPr>
            <a:r>
              <a:rPr lang="en-US" sz="2200" b="1" dirty="0">
                <a:solidFill>
                  <a:srgbClr val="F1F5F9"/>
                </a:solidFill>
                <a:latin typeface="Calibri" pitchFamily="34" charset="0"/>
                <a:ea typeface="Calibri" pitchFamily="34" charset="-122"/>
                <a:cs typeface="Calibri" pitchFamily="34" charset="-120"/>
              </a:rPr>
              <a:t>Wait</a:t>
            </a:r>
            <a:endParaRPr lang="en-US" sz="2200" dirty="0"/>
          </a:p>
        </p:txBody>
      </p:sp>
      <p:sp>
        <p:nvSpPr>
          <p:cNvPr id="23" name="anim-3-51"/>
          <p:cNvSpPr txBox="1"/>
          <p:nvPr/>
        </p:nvSpPr>
        <p:spPr>
          <a:xfrm>
            <a:off x="6510528" y="3291840"/>
            <a:ext cx="1965960" cy="1371600"/>
          </a:xfrm>
          <a:prstGeom prst="rect">
            <a:avLst/>
          </a:prstGeom>
          <a:noFill/>
          <a:ln/>
        </p:spPr>
        <p:txBody>
          <a:bodyPr wrap="square" lIns="0" tIns="0" rIns="0" bIns="0" rtlCol="0" anchor="t"/>
          <a:lstStyle/>
          <a:p>
            <a:pPr indent="0" marL="0">
              <a:buNone/>
            </a:pPr>
            <a:r>
              <a:rPr lang="en-US" sz="1600" dirty="0">
                <a:solidFill>
                  <a:srgbClr val="A3AED0"/>
                </a:solidFill>
                <a:latin typeface="Calibri" pitchFamily="34" charset="0"/>
                <a:ea typeface="Calibri" pitchFamily="34" charset="-122"/>
                <a:cs typeface="Calibri" pitchFamily="34" charset="-120"/>
              </a:rPr>
              <a:t>Event full? Join the queue. A cancellation promotes you automatically.</a:t>
            </a:r>
            <a:endParaRPr lang="en-US" sz="1600" dirty="0"/>
          </a:p>
        </p:txBody>
      </p:sp>
      <p:sp>
        <p:nvSpPr>
          <p:cNvPr id="24" name="anim-3-52"/>
          <p:cNvSpPr/>
          <p:nvPr/>
        </p:nvSpPr>
        <p:spPr>
          <a:xfrm>
            <a:off x="8778240" y="3063240"/>
            <a:ext cx="228600" cy="274320"/>
          </a:xfrm>
          <a:prstGeom prst="rightArrow">
            <a:avLst/>
          </a:prstGeom>
          <a:solidFill>
            <a:srgbClr val="A5B4FC"/>
          </a:solidFill>
          <a:ln w="12700">
            <a:solidFill>
              <a:srgbClr val="A5B4FC"/>
            </a:solidFill>
            <a:prstDash val="solid"/>
          </a:ln>
        </p:spPr>
      </p:sp>
      <p:sp>
        <p:nvSpPr>
          <p:cNvPr id="25" name="anim-4-53"/>
          <p:cNvSpPr/>
          <p:nvPr/>
        </p:nvSpPr>
        <p:spPr>
          <a:xfrm>
            <a:off x="9034272" y="1645920"/>
            <a:ext cx="2514600" cy="3200400"/>
          </a:xfrm>
          <a:prstGeom prst="roundRect">
            <a:avLst>
              <a:gd name="adj" fmla="val 5091"/>
            </a:avLst>
          </a:prstGeom>
          <a:solidFill>
            <a:srgbClr val="14142B"/>
          </a:solidFill>
          <a:ln w="9525">
            <a:solidFill>
              <a:srgbClr val="34345E"/>
            </a:solidFill>
            <a:prstDash val="solid"/>
          </a:ln>
        </p:spPr>
      </p:sp>
      <p:sp>
        <p:nvSpPr>
          <p:cNvPr id="26" name="anim-4-54"/>
          <p:cNvSpPr txBox="1"/>
          <p:nvPr/>
        </p:nvSpPr>
        <p:spPr>
          <a:xfrm>
            <a:off x="9308592" y="1828800"/>
            <a:ext cx="1280160" cy="640080"/>
          </a:xfrm>
          <a:prstGeom prst="rect">
            <a:avLst/>
          </a:prstGeom>
          <a:noFill/>
          <a:ln/>
        </p:spPr>
        <p:txBody>
          <a:bodyPr wrap="square" lIns="0" tIns="0" rIns="0" bIns="0" rtlCol="0" anchor="ctr"/>
          <a:lstStyle/>
          <a:p>
            <a:pPr indent="0" marL="0">
              <a:buNone/>
            </a:pPr>
            <a:r>
              <a:rPr lang="en-US" sz="3400" dirty="0">
                <a:solidFill>
                  <a:srgbClr val="F472B6"/>
                </a:solidFill>
                <a:latin typeface="Arial Black" pitchFamily="34" charset="0"/>
                <a:ea typeface="Arial Black" pitchFamily="34" charset="-122"/>
                <a:cs typeface="Arial Black" pitchFamily="34" charset="-120"/>
              </a:rPr>
              <a:t>04</a:t>
            </a:r>
            <a:endParaRPr lang="en-US" sz="3400" dirty="0"/>
          </a:p>
        </p:txBody>
      </p:sp>
      <p:sp>
        <p:nvSpPr>
          <p:cNvPr id="27" name="anim-4-55"/>
          <p:cNvSpPr/>
          <p:nvPr/>
        </p:nvSpPr>
        <p:spPr>
          <a:xfrm>
            <a:off x="10634472" y="1874520"/>
            <a:ext cx="640080" cy="640080"/>
          </a:xfrm>
          <a:prstGeom prst="ellipse">
            <a:avLst/>
          </a:prstGeom>
          <a:solidFill>
            <a:srgbClr val="F472B6">
              <a:alpha val="22000"/>
            </a:srgbClr>
          </a:solidFill>
          <a:ln w="12700">
            <a:solidFill>
              <a:srgbClr val="F472B6"/>
            </a:solidFill>
            <a:prstDash val="solid"/>
          </a:ln>
        </p:spPr>
      </p:sp>
      <p:pic>
        <p:nvPicPr>
          <p:cNvPr id="28" name="anim-4-56" descr="preencoded.png">    </p:cNvPr>
          <p:cNvPicPr>
            <a:picLocks noChangeAspect="1"/>
          </p:cNvPicPr>
          <p:nvPr/>
        </p:nvPicPr>
        <p:blipFill>
          <a:blip r:embed="rId4"/>
          <a:stretch>
            <a:fillRect/>
          </a:stretch>
        </p:blipFill>
        <p:spPr>
          <a:xfrm>
            <a:off x="10794492" y="2034540"/>
            <a:ext cx="320040" cy="320040"/>
          </a:xfrm>
          <a:prstGeom prst="rect">
            <a:avLst/>
          </a:prstGeom>
        </p:spPr>
      </p:pic>
      <p:sp>
        <p:nvSpPr>
          <p:cNvPr id="29" name="anim-4-57"/>
          <p:cNvSpPr txBox="1"/>
          <p:nvPr/>
        </p:nvSpPr>
        <p:spPr>
          <a:xfrm>
            <a:off x="9308592" y="2743200"/>
            <a:ext cx="1965960" cy="457200"/>
          </a:xfrm>
          <a:prstGeom prst="rect">
            <a:avLst/>
          </a:prstGeom>
          <a:noFill/>
          <a:ln/>
        </p:spPr>
        <p:txBody>
          <a:bodyPr wrap="square" lIns="0" tIns="0" rIns="0" bIns="0" rtlCol="0" anchor="t"/>
          <a:lstStyle/>
          <a:p>
            <a:pPr indent="0" marL="0">
              <a:buNone/>
            </a:pPr>
            <a:r>
              <a:rPr lang="en-US" sz="2200" b="1" dirty="0">
                <a:solidFill>
                  <a:srgbClr val="F1F5F9"/>
                </a:solidFill>
                <a:latin typeface="Calibri" pitchFamily="34" charset="0"/>
                <a:ea typeface="Calibri" pitchFamily="34" charset="-122"/>
                <a:cs typeface="Calibri" pitchFamily="34" charset="-120"/>
              </a:rPr>
              <a:t>Check in</a:t>
            </a:r>
            <a:endParaRPr lang="en-US" sz="2200" dirty="0"/>
          </a:p>
        </p:txBody>
      </p:sp>
      <p:sp>
        <p:nvSpPr>
          <p:cNvPr id="30" name="anim-4-58"/>
          <p:cNvSpPr txBox="1"/>
          <p:nvPr/>
        </p:nvSpPr>
        <p:spPr>
          <a:xfrm>
            <a:off x="9308592" y="3291840"/>
            <a:ext cx="1965960" cy="1371600"/>
          </a:xfrm>
          <a:prstGeom prst="rect">
            <a:avLst/>
          </a:prstGeom>
          <a:noFill/>
          <a:ln/>
        </p:spPr>
        <p:txBody>
          <a:bodyPr wrap="square" lIns="0" tIns="0" rIns="0" bIns="0" rtlCol="0" anchor="t"/>
          <a:lstStyle/>
          <a:p>
            <a:pPr indent="0" marL="0">
              <a:buNone/>
            </a:pPr>
            <a:r>
              <a:rPr lang="en-US" sz="1600" dirty="0">
                <a:solidFill>
                  <a:srgbClr val="A3AED0"/>
                </a:solidFill>
                <a:latin typeface="Calibri" pitchFamily="34" charset="0"/>
                <a:ea typeface="Calibri" pitchFamily="34" charset="-122"/>
                <a:cs typeface="Calibri" pitchFamily="34" charset="-120"/>
              </a:rPr>
              <a:t>Hosts tick people off at the door and download a CSV.</a:t>
            </a:r>
            <a:endParaRPr lang="en-US" sz="1600" dirty="0"/>
          </a:p>
        </p:txBody>
      </p:sp>
      <p:sp>
        <p:nvSpPr>
          <p:cNvPr id="31" name="anim-5-59"/>
          <p:cNvSpPr/>
          <p:nvPr/>
        </p:nvSpPr>
        <p:spPr>
          <a:xfrm>
            <a:off x="640080" y="5349240"/>
            <a:ext cx="2011680" cy="384048"/>
          </a:xfrm>
          <a:prstGeom prst="roundRect">
            <a:avLst>
              <a:gd name="adj" fmla="val 50000"/>
            </a:avLst>
          </a:prstGeom>
          <a:solidFill>
            <a:srgbClr val="1B1B38"/>
          </a:solidFill>
          <a:ln w="12700">
            <a:solidFill>
              <a:srgbClr val="34345E"/>
            </a:solidFill>
            <a:prstDash val="solid"/>
          </a:ln>
        </p:spPr>
      </p:sp>
      <p:sp>
        <p:nvSpPr>
          <p:cNvPr id="32" name="anim-5-60"/>
          <p:cNvSpPr txBox="1"/>
          <p:nvPr/>
        </p:nvSpPr>
        <p:spPr>
          <a:xfrm>
            <a:off x="640080" y="5349240"/>
            <a:ext cx="2011680" cy="384048"/>
          </a:xfrm>
          <a:prstGeom prst="rect">
            <a:avLst/>
          </a:prstGeom>
          <a:noFill/>
          <a:ln/>
        </p:spPr>
        <p:txBody>
          <a:bodyPr wrap="square" lIns="0" tIns="0" rIns="0" bIns="0" rtlCol="0" anchor="ctr"/>
          <a:lstStyle/>
          <a:p>
            <a:pPr algn="ctr" indent="0" marL="0">
              <a:buNone/>
            </a:pPr>
            <a:r>
              <a:rPr lang="en-US" sz="1400" b="1" dirty="0">
                <a:solidFill>
                  <a:srgbClr val="A5B4FC"/>
                </a:solidFill>
                <a:latin typeface="Calibri" pitchFamily="34" charset="0"/>
                <a:ea typeface="Calibri" pitchFamily="34" charset="-122"/>
                <a:cs typeface="Calibri" pitchFamily="34" charset="-120"/>
              </a:rPr>
              <a:t>Notifications</a:t>
            </a:r>
            <a:endParaRPr lang="en-US" sz="1400" dirty="0"/>
          </a:p>
        </p:txBody>
      </p:sp>
      <p:sp>
        <p:nvSpPr>
          <p:cNvPr id="33" name="anim-5-61"/>
          <p:cNvSpPr/>
          <p:nvPr/>
        </p:nvSpPr>
        <p:spPr>
          <a:xfrm>
            <a:off x="2880360" y="5349240"/>
            <a:ext cx="2011680" cy="384048"/>
          </a:xfrm>
          <a:prstGeom prst="roundRect">
            <a:avLst>
              <a:gd name="adj" fmla="val 50000"/>
            </a:avLst>
          </a:prstGeom>
          <a:solidFill>
            <a:srgbClr val="1B1B38"/>
          </a:solidFill>
          <a:ln w="12700">
            <a:solidFill>
              <a:srgbClr val="34345E"/>
            </a:solidFill>
            <a:prstDash val="solid"/>
          </a:ln>
        </p:spPr>
      </p:sp>
      <p:sp>
        <p:nvSpPr>
          <p:cNvPr id="34" name="anim-5-62"/>
          <p:cNvSpPr txBox="1"/>
          <p:nvPr/>
        </p:nvSpPr>
        <p:spPr>
          <a:xfrm>
            <a:off x="2880360" y="5349240"/>
            <a:ext cx="2011680" cy="384048"/>
          </a:xfrm>
          <a:prstGeom prst="rect">
            <a:avLst/>
          </a:prstGeom>
          <a:noFill/>
          <a:ln/>
        </p:spPr>
        <p:txBody>
          <a:bodyPr wrap="square" lIns="0" tIns="0" rIns="0" bIns="0" rtlCol="0" anchor="ctr"/>
          <a:lstStyle/>
          <a:p>
            <a:pPr algn="ctr" indent="0" marL="0">
              <a:buNone/>
            </a:pPr>
            <a:r>
              <a:rPr lang="en-US" sz="1400" b="1" dirty="0">
                <a:solidFill>
                  <a:srgbClr val="A5B4FC"/>
                </a:solidFill>
                <a:latin typeface="Calibri" pitchFamily="34" charset="0"/>
                <a:ea typeface="Calibri" pitchFamily="34" charset="-122"/>
                <a:cs typeface="Calibri" pitchFamily="34" charset="-120"/>
              </a:rPr>
              <a:t>Saved events</a:t>
            </a:r>
            <a:endParaRPr lang="en-US" sz="1400" dirty="0"/>
          </a:p>
        </p:txBody>
      </p:sp>
      <p:sp>
        <p:nvSpPr>
          <p:cNvPr id="35" name="anim-5-63"/>
          <p:cNvSpPr/>
          <p:nvPr/>
        </p:nvSpPr>
        <p:spPr>
          <a:xfrm>
            <a:off x="5120640" y="5349240"/>
            <a:ext cx="2286000" cy="384048"/>
          </a:xfrm>
          <a:prstGeom prst="roundRect">
            <a:avLst>
              <a:gd name="adj" fmla="val 50000"/>
            </a:avLst>
          </a:prstGeom>
          <a:solidFill>
            <a:srgbClr val="1B1B38"/>
          </a:solidFill>
          <a:ln w="12700">
            <a:solidFill>
              <a:srgbClr val="34345E"/>
            </a:solidFill>
            <a:prstDash val="solid"/>
          </a:ln>
        </p:spPr>
      </p:sp>
      <p:sp>
        <p:nvSpPr>
          <p:cNvPr id="36" name="anim-5-64"/>
          <p:cNvSpPr txBox="1"/>
          <p:nvPr/>
        </p:nvSpPr>
        <p:spPr>
          <a:xfrm>
            <a:off x="5120640" y="5349240"/>
            <a:ext cx="2286000" cy="384048"/>
          </a:xfrm>
          <a:prstGeom prst="rect">
            <a:avLst/>
          </a:prstGeom>
          <a:noFill/>
          <a:ln/>
        </p:spPr>
        <p:txBody>
          <a:bodyPr wrap="square" lIns="0" tIns="0" rIns="0" bIns="0" rtlCol="0" anchor="ctr"/>
          <a:lstStyle/>
          <a:p>
            <a:pPr algn="ctr" indent="0" marL="0">
              <a:buNone/>
            </a:pPr>
            <a:r>
              <a:rPr lang="en-US" sz="1400" b="1" dirty="0">
                <a:solidFill>
                  <a:srgbClr val="A5B4FC"/>
                </a:solidFill>
                <a:latin typeface="Calibri" pitchFamily="34" charset="0"/>
                <a:ea typeface="Calibri" pitchFamily="34" charset="-122"/>
                <a:cs typeface="Calibri" pitchFamily="34" charset="-120"/>
              </a:rPr>
              <a:t>Add to calendar</a:t>
            </a:r>
            <a:endParaRPr lang="en-US" sz="1400" dirty="0"/>
          </a:p>
        </p:txBody>
      </p:sp>
      <p:sp>
        <p:nvSpPr>
          <p:cNvPr id="37" name="anim-5-65"/>
          <p:cNvSpPr/>
          <p:nvPr/>
        </p:nvSpPr>
        <p:spPr>
          <a:xfrm>
            <a:off x="7635240" y="5349240"/>
            <a:ext cx="2926080" cy="384048"/>
          </a:xfrm>
          <a:prstGeom prst="roundRect">
            <a:avLst>
              <a:gd name="adj" fmla="val 50000"/>
            </a:avLst>
          </a:prstGeom>
          <a:solidFill>
            <a:srgbClr val="1B1B38"/>
          </a:solidFill>
          <a:ln w="12700">
            <a:solidFill>
              <a:srgbClr val="34345E"/>
            </a:solidFill>
            <a:prstDash val="solid"/>
          </a:ln>
        </p:spPr>
      </p:sp>
      <p:sp>
        <p:nvSpPr>
          <p:cNvPr id="38" name="anim-5-66"/>
          <p:cNvSpPr txBox="1"/>
          <p:nvPr/>
        </p:nvSpPr>
        <p:spPr>
          <a:xfrm>
            <a:off x="7635240" y="5349240"/>
            <a:ext cx="2926080" cy="384048"/>
          </a:xfrm>
          <a:prstGeom prst="rect">
            <a:avLst/>
          </a:prstGeom>
          <a:noFill/>
          <a:ln/>
        </p:spPr>
        <p:txBody>
          <a:bodyPr wrap="square" lIns="0" tIns="0" rIns="0" bIns="0" rtlCol="0" anchor="ctr"/>
          <a:lstStyle/>
          <a:p>
            <a:pPr algn="ctr" indent="0" marL="0">
              <a:buNone/>
            </a:pPr>
            <a:r>
              <a:rPr lang="en-US" sz="1400" b="1" dirty="0">
                <a:solidFill>
                  <a:srgbClr val="A5B4FC"/>
                </a:solidFill>
                <a:latin typeface="Calibri" pitchFamily="34" charset="0"/>
                <a:ea typeface="Calibri" pitchFamily="34" charset="-122"/>
                <a:cs typeface="Calibri" pitchFamily="34" charset="-120"/>
              </a:rPr>
              <a:t>Dark and light themes</a:t>
            </a:r>
            <a:endParaRPr lang="en-US" sz="1400" dirty="0"/>
          </a:p>
        </p:txBody>
      </p:sp>
      <p:sp>
        <p:nvSpPr>
          <p:cNvPr id="25" name="s3 Slide Number Placeholder 0"/>
          <p:cNvSpPr>
            <a:spLocks noGrp="1"/>
          </p:cNvSpPr>
          <p:nvPr>
            <p:ph type="sldNum" sz="quarter" idx="4294967295"/>
          </p:nvPr>
        </p:nvSpPr>
        <p:spPr>
          <a:xfrm>
            <a:off x="1106424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ED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decel="100000" fill="hold"/>
                                        <p:tgtEl>
                                          <p:spTgt spid="4"/>
                                        </p:tgtEl>
                                        <p:attrNameLst>
                                          <p:attrName>ppt_x</p:attrName>
                                        </p:attrNameLst>
                                      </p:cBhvr>
                                      <p:tavLst>
                                        <p:tav tm="0">
                                          <p:val>
                                            <p:strVal val="#ppt_x"/>
                                          </p:val>
                                        </p:tav>
                                        <p:tav tm="100000">
                                          <p:val>
                                            <p:strVal val="#ppt_x"/>
                                          </p:val>
                                        </p:tav>
                                      </p:tavLst>
                                    </p:anim>
                                    <p:anim calcmode="lin" valueType="num">
                                      <p:cBhvr>
                                        <p:cTn id="9" dur="550" decel="100000" fill="hold"/>
                                        <p:tgtEl>
                                          <p:spTgt spid="4"/>
                                        </p:tgtEl>
                                        <p:attrNameLst>
                                          <p:attrName>ppt_y</p:attrName>
                                        </p:attrNameLst>
                                      </p:cBhvr>
                                      <p:tavLst>
                                        <p:tav tm="0">
                                          <p:val>
                                            <p:strVal val="#ppt_y+.035"/>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decel="100000" fill="hold"/>
                                        <p:tgtEl>
                                          <p:spTgt spid="5"/>
                                        </p:tgtEl>
                                        <p:attrNameLst>
                                          <p:attrName>ppt_x</p:attrName>
                                        </p:attrNameLst>
                                      </p:cBhvr>
                                      <p:tavLst>
                                        <p:tav tm="0">
                                          <p:val>
                                            <p:strVal val="#ppt_x"/>
                                          </p:val>
                                        </p:tav>
                                        <p:tav tm="100000">
                                          <p:val>
                                            <p:strVal val="#ppt_x"/>
                                          </p:val>
                                        </p:tav>
                                      </p:tavLst>
                                    </p:anim>
                                    <p:anim calcmode="lin" valueType="num">
                                      <p:cBhvr>
                                        <p:cTn id="14" dur="550" decel="100000" fill="hold"/>
                                        <p:tgtEl>
                                          <p:spTgt spid="5"/>
                                        </p:tgtEl>
                                        <p:attrNameLst>
                                          <p:attrName>ppt_y</p:attrName>
                                        </p:attrNameLst>
                                      </p:cBhvr>
                                      <p:tavLst>
                                        <p:tav tm="0">
                                          <p:val>
                                            <p:strVal val="#ppt_y+.035"/>
                                          </p:val>
                                        </p:tav>
                                        <p:tav tm="100000">
                                          <p:val>
                                            <p:strVal val="#ppt_y"/>
                                          </p:val>
                                        </p:tav>
                                      </p:tavLst>
                                    </p:anim>
                                  </p:childTnLst>
                                </p:cTn>
                              </p:par>
                              <p:par>
                                <p:cTn id="15" presetID="42" presetClass="entr" presetSubtype="0" fill="hold" grpId="0" nodeType="withEffect">
                                  <p:stCondLst>
                                    <p:cond delay="2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decel="100000" fill="hold"/>
                                        <p:tgtEl>
                                          <p:spTgt spid="6"/>
                                        </p:tgtEl>
                                        <p:attrNameLst>
                                          <p:attrName>ppt_x</p:attrName>
                                        </p:attrNameLst>
                                      </p:cBhvr>
                                      <p:tavLst>
                                        <p:tav tm="0">
                                          <p:val>
                                            <p:strVal val="#ppt_x"/>
                                          </p:val>
                                        </p:tav>
                                        <p:tav tm="100000">
                                          <p:val>
                                            <p:strVal val="#ppt_x"/>
                                          </p:val>
                                        </p:tav>
                                      </p:tavLst>
                                    </p:anim>
                                    <p:anim calcmode="lin" valueType="num">
                                      <p:cBhvr>
                                        <p:cTn id="19" dur="550" decel="100000" fill="hold"/>
                                        <p:tgtEl>
                                          <p:spTgt spid="6"/>
                                        </p:tgtEl>
                                        <p:attrNameLst>
                                          <p:attrName>ppt_y</p:attrName>
                                        </p:attrNameLst>
                                      </p:cBhvr>
                                      <p:tavLst>
                                        <p:tav tm="0">
                                          <p:val>
                                            <p:strVal val="#ppt_y+.035"/>
                                          </p:val>
                                        </p:tav>
                                        <p:tav tm="100000">
                                          <p:val>
                                            <p:strVal val="#ppt_y"/>
                                          </p:val>
                                        </p:tav>
                                      </p:tavLst>
                                    </p:anim>
                                  </p:childTnLst>
                                </p:cTn>
                              </p:par>
                              <p:par>
                                <p:cTn id="20" presetID="42" presetClass="entr" presetSubtype="0" fill="hold" nodeType="withEffect">
                                  <p:stCondLst>
                                    <p:cond delay="2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decel="100000" fill="hold"/>
                                        <p:tgtEl>
                                          <p:spTgt spid="7"/>
                                        </p:tgtEl>
                                        <p:attrNameLst>
                                          <p:attrName>ppt_x</p:attrName>
                                        </p:attrNameLst>
                                      </p:cBhvr>
                                      <p:tavLst>
                                        <p:tav tm="0">
                                          <p:val>
                                            <p:strVal val="#ppt_x"/>
                                          </p:val>
                                        </p:tav>
                                        <p:tav tm="100000">
                                          <p:val>
                                            <p:strVal val="#ppt_x"/>
                                          </p:val>
                                        </p:tav>
                                      </p:tavLst>
                                    </p:anim>
                                    <p:anim calcmode="lin" valueType="num">
                                      <p:cBhvr>
                                        <p:cTn id="24" dur="550" decel="100000" fill="hold"/>
                                        <p:tgtEl>
                                          <p:spTgt spid="7"/>
                                        </p:tgtEl>
                                        <p:attrNameLst>
                                          <p:attrName>ppt_y</p:attrName>
                                        </p:attrNameLst>
                                      </p:cBhvr>
                                      <p:tavLst>
                                        <p:tav tm="0">
                                          <p:val>
                                            <p:strVal val="#ppt_y+.035"/>
                                          </p:val>
                                        </p:tav>
                                        <p:tav tm="100000">
                                          <p:val>
                                            <p:strVal val="#ppt_y"/>
                                          </p:val>
                                        </p:tav>
                                      </p:tavLst>
                                    </p:anim>
                                  </p:childTnLst>
                                </p:cTn>
                              </p:par>
                              <p:par>
                                <p:cTn id="25" presetID="42" presetClass="entr" presetSubtype="0" fill="hold" grpId="0" nodeType="withEffect">
                                  <p:stCondLst>
                                    <p:cond delay="25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decel="100000" fill="hold"/>
                                        <p:tgtEl>
                                          <p:spTgt spid="8"/>
                                        </p:tgtEl>
                                        <p:attrNameLst>
                                          <p:attrName>ppt_x</p:attrName>
                                        </p:attrNameLst>
                                      </p:cBhvr>
                                      <p:tavLst>
                                        <p:tav tm="0">
                                          <p:val>
                                            <p:strVal val="#ppt_x"/>
                                          </p:val>
                                        </p:tav>
                                        <p:tav tm="100000">
                                          <p:val>
                                            <p:strVal val="#ppt_x"/>
                                          </p:val>
                                        </p:tav>
                                      </p:tavLst>
                                    </p:anim>
                                    <p:anim calcmode="lin" valueType="num">
                                      <p:cBhvr>
                                        <p:cTn id="29" dur="550" decel="100000" fill="hold"/>
                                        <p:tgtEl>
                                          <p:spTgt spid="8"/>
                                        </p:tgtEl>
                                        <p:attrNameLst>
                                          <p:attrName>ppt_y</p:attrName>
                                        </p:attrNameLst>
                                      </p:cBhvr>
                                      <p:tavLst>
                                        <p:tav tm="0">
                                          <p:val>
                                            <p:strVal val="#ppt_y+.035"/>
                                          </p:val>
                                        </p:tav>
                                        <p:tav tm="100000">
                                          <p:val>
                                            <p:strVal val="#ppt_y"/>
                                          </p:val>
                                        </p:tav>
                                      </p:tavLst>
                                    </p:anim>
                                  </p:childTnLst>
                                </p:cTn>
                              </p:par>
                              <p:par>
                                <p:cTn id="30" presetID="42" presetClass="entr" presetSubtype="0" fill="hold" grpId="0" nodeType="withEffect">
                                  <p:stCondLst>
                                    <p:cond delay="25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p:cTn id="33" dur="550" decel="100000" fill="hold"/>
                                        <p:tgtEl>
                                          <p:spTgt spid="9"/>
                                        </p:tgtEl>
                                        <p:attrNameLst>
                                          <p:attrName>ppt_x</p:attrName>
                                        </p:attrNameLst>
                                      </p:cBhvr>
                                      <p:tavLst>
                                        <p:tav tm="0">
                                          <p:val>
                                            <p:strVal val="#ppt_x"/>
                                          </p:val>
                                        </p:tav>
                                        <p:tav tm="100000">
                                          <p:val>
                                            <p:strVal val="#ppt_x"/>
                                          </p:val>
                                        </p:tav>
                                      </p:tavLst>
                                    </p:anim>
                                    <p:anim calcmode="lin" valueType="num">
                                      <p:cBhvr>
                                        <p:cTn id="34" dur="550" decel="100000" fill="hold"/>
                                        <p:tgtEl>
                                          <p:spTgt spid="9"/>
                                        </p:tgtEl>
                                        <p:attrNameLst>
                                          <p:attrName>ppt_y</p:attrName>
                                        </p:attrNameLst>
                                      </p:cBhvr>
                                      <p:tavLst>
                                        <p:tav tm="0">
                                          <p:val>
                                            <p:strVal val="#ppt_y+.035"/>
                                          </p:val>
                                        </p:tav>
                                        <p:tav tm="100000">
                                          <p:val>
                                            <p:strVal val="#ppt_y"/>
                                          </p:val>
                                        </p:tav>
                                      </p:tavLst>
                                    </p:anim>
                                  </p:childTnLst>
                                </p:cTn>
                              </p:par>
                              <p:par>
                                <p:cTn id="35" presetID="42" presetClass="entr" presetSubtype="0" fill="hold" grpId="0" nodeType="withEffect">
                                  <p:stCondLst>
                                    <p:cond delay="25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p:cTn id="38" dur="550" decel="100000" fill="hold"/>
                                        <p:tgtEl>
                                          <p:spTgt spid="10"/>
                                        </p:tgtEl>
                                        <p:attrNameLst>
                                          <p:attrName>ppt_x</p:attrName>
                                        </p:attrNameLst>
                                      </p:cBhvr>
                                      <p:tavLst>
                                        <p:tav tm="0">
                                          <p:val>
                                            <p:strVal val="#ppt_x"/>
                                          </p:val>
                                        </p:tav>
                                        <p:tav tm="100000">
                                          <p:val>
                                            <p:strVal val="#ppt_x"/>
                                          </p:val>
                                        </p:tav>
                                      </p:tavLst>
                                    </p:anim>
                                    <p:anim calcmode="lin" valueType="num">
                                      <p:cBhvr>
                                        <p:cTn id="39" dur="550" decel="100000" fill="hold"/>
                                        <p:tgtEl>
                                          <p:spTgt spid="10"/>
                                        </p:tgtEl>
                                        <p:attrNameLst>
                                          <p:attrName>ppt_y</p:attrName>
                                        </p:attrNameLst>
                                      </p:cBhvr>
                                      <p:tavLst>
                                        <p:tav tm="0">
                                          <p:val>
                                            <p:strVal val="#ppt_y+.035"/>
                                          </p:val>
                                        </p:tav>
                                        <p:tav tm="100000">
                                          <p:val>
                                            <p:strVal val="#ppt_y"/>
                                          </p:val>
                                        </p:tav>
                                      </p:tavLst>
                                    </p:anim>
                                  </p:childTnLst>
                                </p:cTn>
                              </p:par>
                              <p:par>
                                <p:cTn id="40" presetID="42" presetClass="entr" presetSubtype="0" fill="hold" grpId="0" nodeType="withEffect">
                                  <p:stCondLst>
                                    <p:cond delay="47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p:cTn id="43" dur="550" decel="100000" fill="hold"/>
                                        <p:tgtEl>
                                          <p:spTgt spid="11"/>
                                        </p:tgtEl>
                                        <p:attrNameLst>
                                          <p:attrName>ppt_x</p:attrName>
                                        </p:attrNameLst>
                                      </p:cBhvr>
                                      <p:tavLst>
                                        <p:tav tm="0">
                                          <p:val>
                                            <p:strVal val="#ppt_x"/>
                                          </p:val>
                                        </p:tav>
                                        <p:tav tm="100000">
                                          <p:val>
                                            <p:strVal val="#ppt_x"/>
                                          </p:val>
                                        </p:tav>
                                      </p:tavLst>
                                    </p:anim>
                                    <p:anim calcmode="lin" valueType="num">
                                      <p:cBhvr>
                                        <p:cTn id="44" dur="550" decel="100000" fill="hold"/>
                                        <p:tgtEl>
                                          <p:spTgt spid="11"/>
                                        </p:tgtEl>
                                        <p:attrNameLst>
                                          <p:attrName>ppt_y</p:attrName>
                                        </p:attrNameLst>
                                      </p:cBhvr>
                                      <p:tavLst>
                                        <p:tav tm="0">
                                          <p:val>
                                            <p:strVal val="#ppt_y+.035"/>
                                          </p:val>
                                        </p:tav>
                                        <p:tav tm="100000">
                                          <p:val>
                                            <p:strVal val="#ppt_y"/>
                                          </p:val>
                                        </p:tav>
                                      </p:tavLst>
                                    </p:anim>
                                  </p:childTnLst>
                                </p:cTn>
                              </p:par>
                              <p:par>
                                <p:cTn id="45" presetID="42" presetClass="entr" presetSubtype="0" fill="hold" grpId="0" nodeType="withEffect">
                                  <p:stCondLst>
                                    <p:cond delay="47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p:cTn id="48" dur="550" decel="100000" fill="hold"/>
                                        <p:tgtEl>
                                          <p:spTgt spid="12"/>
                                        </p:tgtEl>
                                        <p:attrNameLst>
                                          <p:attrName>ppt_x</p:attrName>
                                        </p:attrNameLst>
                                      </p:cBhvr>
                                      <p:tavLst>
                                        <p:tav tm="0">
                                          <p:val>
                                            <p:strVal val="#ppt_x"/>
                                          </p:val>
                                        </p:tav>
                                        <p:tav tm="100000">
                                          <p:val>
                                            <p:strVal val="#ppt_x"/>
                                          </p:val>
                                        </p:tav>
                                      </p:tavLst>
                                    </p:anim>
                                    <p:anim calcmode="lin" valueType="num">
                                      <p:cBhvr>
                                        <p:cTn id="49" dur="550" decel="100000" fill="hold"/>
                                        <p:tgtEl>
                                          <p:spTgt spid="12"/>
                                        </p:tgtEl>
                                        <p:attrNameLst>
                                          <p:attrName>ppt_y</p:attrName>
                                        </p:attrNameLst>
                                      </p:cBhvr>
                                      <p:tavLst>
                                        <p:tav tm="0">
                                          <p:val>
                                            <p:strVal val="#ppt_y+.035"/>
                                          </p:val>
                                        </p:tav>
                                        <p:tav tm="100000">
                                          <p:val>
                                            <p:strVal val="#ppt_y"/>
                                          </p:val>
                                        </p:tav>
                                      </p:tavLst>
                                    </p:anim>
                                  </p:childTnLst>
                                </p:cTn>
                              </p:par>
                              <p:par>
                                <p:cTn id="50" presetID="42" presetClass="entr" presetSubtype="0" fill="hold" grpId="0" nodeType="withEffect">
                                  <p:stCondLst>
                                    <p:cond delay="47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p:cTn id="53" dur="550" decel="100000" fill="hold"/>
                                        <p:tgtEl>
                                          <p:spTgt spid="13"/>
                                        </p:tgtEl>
                                        <p:attrNameLst>
                                          <p:attrName>ppt_x</p:attrName>
                                        </p:attrNameLst>
                                      </p:cBhvr>
                                      <p:tavLst>
                                        <p:tav tm="0">
                                          <p:val>
                                            <p:strVal val="#ppt_x"/>
                                          </p:val>
                                        </p:tav>
                                        <p:tav tm="100000">
                                          <p:val>
                                            <p:strVal val="#ppt_x"/>
                                          </p:val>
                                        </p:tav>
                                      </p:tavLst>
                                    </p:anim>
                                    <p:anim calcmode="lin" valueType="num">
                                      <p:cBhvr>
                                        <p:cTn id="54" dur="550" decel="100000" fill="hold"/>
                                        <p:tgtEl>
                                          <p:spTgt spid="13"/>
                                        </p:tgtEl>
                                        <p:attrNameLst>
                                          <p:attrName>ppt_y</p:attrName>
                                        </p:attrNameLst>
                                      </p:cBhvr>
                                      <p:tavLst>
                                        <p:tav tm="0">
                                          <p:val>
                                            <p:strVal val="#ppt_y+.035"/>
                                          </p:val>
                                        </p:tav>
                                        <p:tav tm="100000">
                                          <p:val>
                                            <p:strVal val="#ppt_y"/>
                                          </p:val>
                                        </p:tav>
                                      </p:tavLst>
                                    </p:anim>
                                  </p:childTnLst>
                                </p:cTn>
                              </p:par>
                              <p:par>
                                <p:cTn id="55" presetID="42" presetClass="entr" presetSubtype="0" fill="hold" nodeType="withEffect">
                                  <p:stCondLst>
                                    <p:cond delay="47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p:cTn id="58" dur="550" decel="100000" fill="hold"/>
                                        <p:tgtEl>
                                          <p:spTgt spid="14"/>
                                        </p:tgtEl>
                                        <p:attrNameLst>
                                          <p:attrName>ppt_x</p:attrName>
                                        </p:attrNameLst>
                                      </p:cBhvr>
                                      <p:tavLst>
                                        <p:tav tm="0">
                                          <p:val>
                                            <p:strVal val="#ppt_x"/>
                                          </p:val>
                                        </p:tav>
                                        <p:tav tm="100000">
                                          <p:val>
                                            <p:strVal val="#ppt_x"/>
                                          </p:val>
                                        </p:tav>
                                      </p:tavLst>
                                    </p:anim>
                                    <p:anim calcmode="lin" valueType="num">
                                      <p:cBhvr>
                                        <p:cTn id="59" dur="550" decel="100000" fill="hold"/>
                                        <p:tgtEl>
                                          <p:spTgt spid="14"/>
                                        </p:tgtEl>
                                        <p:attrNameLst>
                                          <p:attrName>ppt_y</p:attrName>
                                        </p:attrNameLst>
                                      </p:cBhvr>
                                      <p:tavLst>
                                        <p:tav tm="0">
                                          <p:val>
                                            <p:strVal val="#ppt_y+.035"/>
                                          </p:val>
                                        </p:tav>
                                        <p:tav tm="100000">
                                          <p:val>
                                            <p:strVal val="#ppt_y"/>
                                          </p:val>
                                        </p:tav>
                                      </p:tavLst>
                                    </p:anim>
                                  </p:childTnLst>
                                </p:cTn>
                              </p:par>
                              <p:par>
                                <p:cTn id="60" presetID="42" presetClass="entr" presetSubtype="0" fill="hold" grpId="0" nodeType="withEffect">
                                  <p:stCondLst>
                                    <p:cond delay="47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p:cTn id="63" dur="550" decel="100000" fill="hold"/>
                                        <p:tgtEl>
                                          <p:spTgt spid="15"/>
                                        </p:tgtEl>
                                        <p:attrNameLst>
                                          <p:attrName>ppt_x</p:attrName>
                                        </p:attrNameLst>
                                      </p:cBhvr>
                                      <p:tavLst>
                                        <p:tav tm="0">
                                          <p:val>
                                            <p:strVal val="#ppt_x"/>
                                          </p:val>
                                        </p:tav>
                                        <p:tav tm="100000">
                                          <p:val>
                                            <p:strVal val="#ppt_x"/>
                                          </p:val>
                                        </p:tav>
                                      </p:tavLst>
                                    </p:anim>
                                    <p:anim calcmode="lin" valueType="num">
                                      <p:cBhvr>
                                        <p:cTn id="64" dur="550" decel="100000" fill="hold"/>
                                        <p:tgtEl>
                                          <p:spTgt spid="15"/>
                                        </p:tgtEl>
                                        <p:attrNameLst>
                                          <p:attrName>ppt_y</p:attrName>
                                        </p:attrNameLst>
                                      </p:cBhvr>
                                      <p:tavLst>
                                        <p:tav tm="0">
                                          <p:val>
                                            <p:strVal val="#ppt_y+.035"/>
                                          </p:val>
                                        </p:tav>
                                        <p:tav tm="100000">
                                          <p:val>
                                            <p:strVal val="#ppt_y"/>
                                          </p:val>
                                        </p:tav>
                                      </p:tavLst>
                                    </p:anim>
                                  </p:childTnLst>
                                </p:cTn>
                              </p:par>
                              <p:par>
                                <p:cTn id="65" presetID="42" presetClass="entr" presetSubtype="0" fill="hold" grpId="0" nodeType="withEffect">
                                  <p:stCondLst>
                                    <p:cond delay="47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p:cTn id="68" dur="550" decel="100000" fill="hold"/>
                                        <p:tgtEl>
                                          <p:spTgt spid="16"/>
                                        </p:tgtEl>
                                        <p:attrNameLst>
                                          <p:attrName>ppt_x</p:attrName>
                                        </p:attrNameLst>
                                      </p:cBhvr>
                                      <p:tavLst>
                                        <p:tav tm="0">
                                          <p:val>
                                            <p:strVal val="#ppt_x"/>
                                          </p:val>
                                        </p:tav>
                                        <p:tav tm="100000">
                                          <p:val>
                                            <p:strVal val="#ppt_x"/>
                                          </p:val>
                                        </p:tav>
                                      </p:tavLst>
                                    </p:anim>
                                    <p:anim calcmode="lin" valueType="num">
                                      <p:cBhvr>
                                        <p:cTn id="69" dur="550" decel="100000" fill="hold"/>
                                        <p:tgtEl>
                                          <p:spTgt spid="16"/>
                                        </p:tgtEl>
                                        <p:attrNameLst>
                                          <p:attrName>ppt_y</p:attrName>
                                        </p:attrNameLst>
                                      </p:cBhvr>
                                      <p:tavLst>
                                        <p:tav tm="0">
                                          <p:val>
                                            <p:strVal val="#ppt_y+.035"/>
                                          </p:val>
                                        </p:tav>
                                        <p:tav tm="100000">
                                          <p:val>
                                            <p:strVal val="#ppt_y"/>
                                          </p:val>
                                        </p:tav>
                                      </p:tavLst>
                                    </p:anim>
                                  </p:childTnLst>
                                </p:cTn>
                              </p:par>
                              <p:par>
                                <p:cTn id="70" presetID="42" presetClass="entr" presetSubtype="0" fill="hold" grpId="0" nodeType="withEffect">
                                  <p:stCondLst>
                                    <p:cond delay="47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50"/>
                                        <p:tgtEl>
                                          <p:spTgt spid="17"/>
                                        </p:tgtEl>
                                      </p:cBhvr>
                                    </p:animEffect>
                                    <p:anim calcmode="lin" valueType="num">
                                      <p:cBhvr>
                                        <p:cTn id="73" dur="550" decel="100000" fill="hold"/>
                                        <p:tgtEl>
                                          <p:spTgt spid="17"/>
                                        </p:tgtEl>
                                        <p:attrNameLst>
                                          <p:attrName>ppt_x</p:attrName>
                                        </p:attrNameLst>
                                      </p:cBhvr>
                                      <p:tavLst>
                                        <p:tav tm="0">
                                          <p:val>
                                            <p:strVal val="#ppt_x"/>
                                          </p:val>
                                        </p:tav>
                                        <p:tav tm="100000">
                                          <p:val>
                                            <p:strVal val="#ppt_x"/>
                                          </p:val>
                                        </p:tav>
                                      </p:tavLst>
                                    </p:anim>
                                    <p:anim calcmode="lin" valueType="num">
                                      <p:cBhvr>
                                        <p:cTn id="74" dur="550" decel="100000" fill="hold"/>
                                        <p:tgtEl>
                                          <p:spTgt spid="17"/>
                                        </p:tgtEl>
                                        <p:attrNameLst>
                                          <p:attrName>ppt_y</p:attrName>
                                        </p:attrNameLst>
                                      </p:cBhvr>
                                      <p:tavLst>
                                        <p:tav tm="0">
                                          <p:val>
                                            <p:strVal val="#ppt_y+.035"/>
                                          </p:val>
                                        </p:tav>
                                        <p:tav tm="100000">
                                          <p:val>
                                            <p:strVal val="#ppt_y"/>
                                          </p:val>
                                        </p:tav>
                                      </p:tavLst>
                                    </p:anim>
                                  </p:childTnLst>
                                </p:cTn>
                              </p:par>
                              <p:par>
                                <p:cTn id="75" presetID="42" presetClass="entr" presetSubtype="0" fill="hold" grpId="0" nodeType="withEffect">
                                  <p:stCondLst>
                                    <p:cond delay="69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50"/>
                                        <p:tgtEl>
                                          <p:spTgt spid="18"/>
                                        </p:tgtEl>
                                      </p:cBhvr>
                                    </p:animEffect>
                                    <p:anim calcmode="lin" valueType="num">
                                      <p:cBhvr>
                                        <p:cTn id="78" dur="550" decel="100000" fill="hold"/>
                                        <p:tgtEl>
                                          <p:spTgt spid="18"/>
                                        </p:tgtEl>
                                        <p:attrNameLst>
                                          <p:attrName>ppt_x</p:attrName>
                                        </p:attrNameLst>
                                      </p:cBhvr>
                                      <p:tavLst>
                                        <p:tav tm="0">
                                          <p:val>
                                            <p:strVal val="#ppt_x"/>
                                          </p:val>
                                        </p:tav>
                                        <p:tav tm="100000">
                                          <p:val>
                                            <p:strVal val="#ppt_x"/>
                                          </p:val>
                                        </p:tav>
                                      </p:tavLst>
                                    </p:anim>
                                    <p:anim calcmode="lin" valueType="num">
                                      <p:cBhvr>
                                        <p:cTn id="79" dur="550" decel="100000" fill="hold"/>
                                        <p:tgtEl>
                                          <p:spTgt spid="18"/>
                                        </p:tgtEl>
                                        <p:attrNameLst>
                                          <p:attrName>ppt_y</p:attrName>
                                        </p:attrNameLst>
                                      </p:cBhvr>
                                      <p:tavLst>
                                        <p:tav tm="0">
                                          <p:val>
                                            <p:strVal val="#ppt_y+.035"/>
                                          </p:val>
                                        </p:tav>
                                        <p:tav tm="100000">
                                          <p:val>
                                            <p:strVal val="#ppt_y"/>
                                          </p:val>
                                        </p:tav>
                                      </p:tavLst>
                                    </p:anim>
                                  </p:childTnLst>
                                </p:cTn>
                              </p:par>
                              <p:par>
                                <p:cTn id="80" presetID="42" presetClass="entr" presetSubtype="0" fill="hold" grpId="0" nodeType="withEffect">
                                  <p:stCondLst>
                                    <p:cond delay="69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50"/>
                                        <p:tgtEl>
                                          <p:spTgt spid="19"/>
                                        </p:tgtEl>
                                      </p:cBhvr>
                                    </p:animEffect>
                                    <p:anim calcmode="lin" valueType="num">
                                      <p:cBhvr>
                                        <p:cTn id="83" dur="550" decel="100000" fill="hold"/>
                                        <p:tgtEl>
                                          <p:spTgt spid="19"/>
                                        </p:tgtEl>
                                        <p:attrNameLst>
                                          <p:attrName>ppt_x</p:attrName>
                                        </p:attrNameLst>
                                      </p:cBhvr>
                                      <p:tavLst>
                                        <p:tav tm="0">
                                          <p:val>
                                            <p:strVal val="#ppt_x"/>
                                          </p:val>
                                        </p:tav>
                                        <p:tav tm="100000">
                                          <p:val>
                                            <p:strVal val="#ppt_x"/>
                                          </p:val>
                                        </p:tav>
                                      </p:tavLst>
                                    </p:anim>
                                    <p:anim calcmode="lin" valueType="num">
                                      <p:cBhvr>
                                        <p:cTn id="84" dur="550" decel="100000" fill="hold"/>
                                        <p:tgtEl>
                                          <p:spTgt spid="19"/>
                                        </p:tgtEl>
                                        <p:attrNameLst>
                                          <p:attrName>ppt_y</p:attrName>
                                        </p:attrNameLst>
                                      </p:cBhvr>
                                      <p:tavLst>
                                        <p:tav tm="0">
                                          <p:val>
                                            <p:strVal val="#ppt_y+.035"/>
                                          </p:val>
                                        </p:tav>
                                        <p:tav tm="100000">
                                          <p:val>
                                            <p:strVal val="#ppt_y"/>
                                          </p:val>
                                        </p:tav>
                                      </p:tavLst>
                                    </p:anim>
                                  </p:childTnLst>
                                </p:cTn>
                              </p:par>
                              <p:par>
                                <p:cTn id="85" presetID="42" presetClass="entr" presetSubtype="0" fill="hold" grpId="0" nodeType="withEffect">
                                  <p:stCondLst>
                                    <p:cond delay="69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50"/>
                                        <p:tgtEl>
                                          <p:spTgt spid="20"/>
                                        </p:tgtEl>
                                      </p:cBhvr>
                                    </p:animEffect>
                                    <p:anim calcmode="lin" valueType="num">
                                      <p:cBhvr>
                                        <p:cTn id="88" dur="550" decel="100000" fill="hold"/>
                                        <p:tgtEl>
                                          <p:spTgt spid="20"/>
                                        </p:tgtEl>
                                        <p:attrNameLst>
                                          <p:attrName>ppt_x</p:attrName>
                                        </p:attrNameLst>
                                      </p:cBhvr>
                                      <p:tavLst>
                                        <p:tav tm="0">
                                          <p:val>
                                            <p:strVal val="#ppt_x"/>
                                          </p:val>
                                        </p:tav>
                                        <p:tav tm="100000">
                                          <p:val>
                                            <p:strVal val="#ppt_x"/>
                                          </p:val>
                                        </p:tav>
                                      </p:tavLst>
                                    </p:anim>
                                    <p:anim calcmode="lin" valueType="num">
                                      <p:cBhvr>
                                        <p:cTn id="89" dur="550" decel="100000" fill="hold"/>
                                        <p:tgtEl>
                                          <p:spTgt spid="20"/>
                                        </p:tgtEl>
                                        <p:attrNameLst>
                                          <p:attrName>ppt_y</p:attrName>
                                        </p:attrNameLst>
                                      </p:cBhvr>
                                      <p:tavLst>
                                        <p:tav tm="0">
                                          <p:val>
                                            <p:strVal val="#ppt_y+.035"/>
                                          </p:val>
                                        </p:tav>
                                        <p:tav tm="100000">
                                          <p:val>
                                            <p:strVal val="#ppt_y"/>
                                          </p:val>
                                        </p:tav>
                                      </p:tavLst>
                                    </p:anim>
                                  </p:childTnLst>
                                </p:cTn>
                              </p:par>
                              <p:par>
                                <p:cTn id="90" presetID="42" presetClass="entr" presetSubtype="0" fill="hold" nodeType="withEffect">
                                  <p:stCondLst>
                                    <p:cond delay="69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50"/>
                                        <p:tgtEl>
                                          <p:spTgt spid="21"/>
                                        </p:tgtEl>
                                      </p:cBhvr>
                                    </p:animEffect>
                                    <p:anim calcmode="lin" valueType="num">
                                      <p:cBhvr>
                                        <p:cTn id="93" dur="550" decel="100000" fill="hold"/>
                                        <p:tgtEl>
                                          <p:spTgt spid="21"/>
                                        </p:tgtEl>
                                        <p:attrNameLst>
                                          <p:attrName>ppt_x</p:attrName>
                                        </p:attrNameLst>
                                      </p:cBhvr>
                                      <p:tavLst>
                                        <p:tav tm="0">
                                          <p:val>
                                            <p:strVal val="#ppt_x"/>
                                          </p:val>
                                        </p:tav>
                                        <p:tav tm="100000">
                                          <p:val>
                                            <p:strVal val="#ppt_x"/>
                                          </p:val>
                                        </p:tav>
                                      </p:tavLst>
                                    </p:anim>
                                    <p:anim calcmode="lin" valueType="num">
                                      <p:cBhvr>
                                        <p:cTn id="94" dur="550" decel="100000" fill="hold"/>
                                        <p:tgtEl>
                                          <p:spTgt spid="21"/>
                                        </p:tgtEl>
                                        <p:attrNameLst>
                                          <p:attrName>ppt_y</p:attrName>
                                        </p:attrNameLst>
                                      </p:cBhvr>
                                      <p:tavLst>
                                        <p:tav tm="0">
                                          <p:val>
                                            <p:strVal val="#ppt_y+.035"/>
                                          </p:val>
                                        </p:tav>
                                        <p:tav tm="100000">
                                          <p:val>
                                            <p:strVal val="#ppt_y"/>
                                          </p:val>
                                        </p:tav>
                                      </p:tavLst>
                                    </p:anim>
                                  </p:childTnLst>
                                </p:cTn>
                              </p:par>
                              <p:par>
                                <p:cTn id="95" presetID="42" presetClass="entr" presetSubtype="0" fill="hold" grpId="0" nodeType="withEffect">
                                  <p:stCondLst>
                                    <p:cond delay="69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50"/>
                                        <p:tgtEl>
                                          <p:spTgt spid="22"/>
                                        </p:tgtEl>
                                      </p:cBhvr>
                                    </p:animEffect>
                                    <p:anim calcmode="lin" valueType="num">
                                      <p:cBhvr>
                                        <p:cTn id="98" dur="550" decel="100000" fill="hold"/>
                                        <p:tgtEl>
                                          <p:spTgt spid="22"/>
                                        </p:tgtEl>
                                        <p:attrNameLst>
                                          <p:attrName>ppt_x</p:attrName>
                                        </p:attrNameLst>
                                      </p:cBhvr>
                                      <p:tavLst>
                                        <p:tav tm="0">
                                          <p:val>
                                            <p:strVal val="#ppt_x"/>
                                          </p:val>
                                        </p:tav>
                                        <p:tav tm="100000">
                                          <p:val>
                                            <p:strVal val="#ppt_x"/>
                                          </p:val>
                                        </p:tav>
                                      </p:tavLst>
                                    </p:anim>
                                    <p:anim calcmode="lin" valueType="num">
                                      <p:cBhvr>
                                        <p:cTn id="99" dur="550" decel="100000" fill="hold"/>
                                        <p:tgtEl>
                                          <p:spTgt spid="22"/>
                                        </p:tgtEl>
                                        <p:attrNameLst>
                                          <p:attrName>ppt_y</p:attrName>
                                        </p:attrNameLst>
                                      </p:cBhvr>
                                      <p:tavLst>
                                        <p:tav tm="0">
                                          <p:val>
                                            <p:strVal val="#ppt_y+.035"/>
                                          </p:val>
                                        </p:tav>
                                        <p:tav tm="100000">
                                          <p:val>
                                            <p:strVal val="#ppt_y"/>
                                          </p:val>
                                        </p:tav>
                                      </p:tavLst>
                                    </p:anim>
                                  </p:childTnLst>
                                </p:cTn>
                              </p:par>
                              <p:par>
                                <p:cTn id="100" presetID="42" presetClass="entr" presetSubtype="0" fill="hold" grpId="0" nodeType="withEffect">
                                  <p:stCondLst>
                                    <p:cond delay="69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50"/>
                                        <p:tgtEl>
                                          <p:spTgt spid="23"/>
                                        </p:tgtEl>
                                      </p:cBhvr>
                                    </p:animEffect>
                                    <p:anim calcmode="lin" valueType="num">
                                      <p:cBhvr>
                                        <p:cTn id="103" dur="550" decel="100000" fill="hold"/>
                                        <p:tgtEl>
                                          <p:spTgt spid="23"/>
                                        </p:tgtEl>
                                        <p:attrNameLst>
                                          <p:attrName>ppt_x</p:attrName>
                                        </p:attrNameLst>
                                      </p:cBhvr>
                                      <p:tavLst>
                                        <p:tav tm="0">
                                          <p:val>
                                            <p:strVal val="#ppt_x"/>
                                          </p:val>
                                        </p:tav>
                                        <p:tav tm="100000">
                                          <p:val>
                                            <p:strVal val="#ppt_x"/>
                                          </p:val>
                                        </p:tav>
                                      </p:tavLst>
                                    </p:anim>
                                    <p:anim calcmode="lin" valueType="num">
                                      <p:cBhvr>
                                        <p:cTn id="104" dur="550" decel="100000" fill="hold"/>
                                        <p:tgtEl>
                                          <p:spTgt spid="23"/>
                                        </p:tgtEl>
                                        <p:attrNameLst>
                                          <p:attrName>ppt_y</p:attrName>
                                        </p:attrNameLst>
                                      </p:cBhvr>
                                      <p:tavLst>
                                        <p:tav tm="0">
                                          <p:val>
                                            <p:strVal val="#ppt_y+.035"/>
                                          </p:val>
                                        </p:tav>
                                        <p:tav tm="100000">
                                          <p:val>
                                            <p:strVal val="#ppt_y"/>
                                          </p:val>
                                        </p:tav>
                                      </p:tavLst>
                                    </p:anim>
                                  </p:childTnLst>
                                </p:cTn>
                              </p:par>
                              <p:par>
                                <p:cTn id="105" presetID="42" presetClass="entr" presetSubtype="0" fill="hold" grpId="0" nodeType="withEffect">
                                  <p:stCondLst>
                                    <p:cond delay="69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50"/>
                                        <p:tgtEl>
                                          <p:spTgt spid="24"/>
                                        </p:tgtEl>
                                      </p:cBhvr>
                                    </p:animEffect>
                                    <p:anim calcmode="lin" valueType="num">
                                      <p:cBhvr>
                                        <p:cTn id="108" dur="550" decel="100000" fill="hold"/>
                                        <p:tgtEl>
                                          <p:spTgt spid="24"/>
                                        </p:tgtEl>
                                        <p:attrNameLst>
                                          <p:attrName>ppt_x</p:attrName>
                                        </p:attrNameLst>
                                      </p:cBhvr>
                                      <p:tavLst>
                                        <p:tav tm="0">
                                          <p:val>
                                            <p:strVal val="#ppt_x"/>
                                          </p:val>
                                        </p:tav>
                                        <p:tav tm="100000">
                                          <p:val>
                                            <p:strVal val="#ppt_x"/>
                                          </p:val>
                                        </p:tav>
                                      </p:tavLst>
                                    </p:anim>
                                    <p:anim calcmode="lin" valueType="num">
                                      <p:cBhvr>
                                        <p:cTn id="109" dur="550" decel="100000" fill="hold"/>
                                        <p:tgtEl>
                                          <p:spTgt spid="24"/>
                                        </p:tgtEl>
                                        <p:attrNameLst>
                                          <p:attrName>ppt_y</p:attrName>
                                        </p:attrNameLst>
                                      </p:cBhvr>
                                      <p:tavLst>
                                        <p:tav tm="0">
                                          <p:val>
                                            <p:strVal val="#ppt_y+.035"/>
                                          </p:val>
                                        </p:tav>
                                        <p:tav tm="100000">
                                          <p:val>
                                            <p:strVal val="#ppt_y"/>
                                          </p:val>
                                        </p:tav>
                                      </p:tavLst>
                                    </p:anim>
                                  </p:childTnLst>
                                </p:cTn>
                              </p:par>
                              <p:par>
                                <p:cTn id="110" presetID="42" presetClass="entr" presetSubtype="0" fill="hold" grpId="0" nodeType="withEffect">
                                  <p:stCondLst>
                                    <p:cond delay="91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50"/>
                                        <p:tgtEl>
                                          <p:spTgt spid="25"/>
                                        </p:tgtEl>
                                      </p:cBhvr>
                                    </p:animEffect>
                                    <p:anim calcmode="lin" valueType="num">
                                      <p:cBhvr>
                                        <p:cTn id="113" dur="550" decel="100000" fill="hold"/>
                                        <p:tgtEl>
                                          <p:spTgt spid="25"/>
                                        </p:tgtEl>
                                        <p:attrNameLst>
                                          <p:attrName>ppt_x</p:attrName>
                                        </p:attrNameLst>
                                      </p:cBhvr>
                                      <p:tavLst>
                                        <p:tav tm="0">
                                          <p:val>
                                            <p:strVal val="#ppt_x"/>
                                          </p:val>
                                        </p:tav>
                                        <p:tav tm="100000">
                                          <p:val>
                                            <p:strVal val="#ppt_x"/>
                                          </p:val>
                                        </p:tav>
                                      </p:tavLst>
                                    </p:anim>
                                    <p:anim calcmode="lin" valueType="num">
                                      <p:cBhvr>
                                        <p:cTn id="114" dur="550" decel="100000" fill="hold"/>
                                        <p:tgtEl>
                                          <p:spTgt spid="25"/>
                                        </p:tgtEl>
                                        <p:attrNameLst>
                                          <p:attrName>ppt_y</p:attrName>
                                        </p:attrNameLst>
                                      </p:cBhvr>
                                      <p:tavLst>
                                        <p:tav tm="0">
                                          <p:val>
                                            <p:strVal val="#ppt_y+.035"/>
                                          </p:val>
                                        </p:tav>
                                        <p:tav tm="100000">
                                          <p:val>
                                            <p:strVal val="#ppt_y"/>
                                          </p:val>
                                        </p:tav>
                                      </p:tavLst>
                                    </p:anim>
                                  </p:childTnLst>
                                </p:cTn>
                              </p:par>
                              <p:par>
                                <p:cTn id="115" presetID="42" presetClass="entr" presetSubtype="0" fill="hold" grpId="0" nodeType="withEffect">
                                  <p:stCondLst>
                                    <p:cond delay="91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50"/>
                                        <p:tgtEl>
                                          <p:spTgt spid="26"/>
                                        </p:tgtEl>
                                      </p:cBhvr>
                                    </p:animEffect>
                                    <p:anim calcmode="lin" valueType="num">
                                      <p:cBhvr>
                                        <p:cTn id="118" dur="550" decel="100000" fill="hold"/>
                                        <p:tgtEl>
                                          <p:spTgt spid="26"/>
                                        </p:tgtEl>
                                        <p:attrNameLst>
                                          <p:attrName>ppt_x</p:attrName>
                                        </p:attrNameLst>
                                      </p:cBhvr>
                                      <p:tavLst>
                                        <p:tav tm="0">
                                          <p:val>
                                            <p:strVal val="#ppt_x"/>
                                          </p:val>
                                        </p:tav>
                                        <p:tav tm="100000">
                                          <p:val>
                                            <p:strVal val="#ppt_x"/>
                                          </p:val>
                                        </p:tav>
                                      </p:tavLst>
                                    </p:anim>
                                    <p:anim calcmode="lin" valueType="num">
                                      <p:cBhvr>
                                        <p:cTn id="119" dur="550" decel="100000" fill="hold"/>
                                        <p:tgtEl>
                                          <p:spTgt spid="26"/>
                                        </p:tgtEl>
                                        <p:attrNameLst>
                                          <p:attrName>ppt_y</p:attrName>
                                        </p:attrNameLst>
                                      </p:cBhvr>
                                      <p:tavLst>
                                        <p:tav tm="0">
                                          <p:val>
                                            <p:strVal val="#ppt_y+.035"/>
                                          </p:val>
                                        </p:tav>
                                        <p:tav tm="100000">
                                          <p:val>
                                            <p:strVal val="#ppt_y"/>
                                          </p:val>
                                        </p:tav>
                                      </p:tavLst>
                                    </p:anim>
                                  </p:childTnLst>
                                </p:cTn>
                              </p:par>
                              <p:par>
                                <p:cTn id="120" presetID="42" presetClass="entr" presetSubtype="0" fill="hold" grpId="0" nodeType="withEffect">
                                  <p:stCondLst>
                                    <p:cond delay="91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50"/>
                                        <p:tgtEl>
                                          <p:spTgt spid="27"/>
                                        </p:tgtEl>
                                      </p:cBhvr>
                                    </p:animEffect>
                                    <p:anim calcmode="lin" valueType="num">
                                      <p:cBhvr>
                                        <p:cTn id="123" dur="550" decel="100000" fill="hold"/>
                                        <p:tgtEl>
                                          <p:spTgt spid="27"/>
                                        </p:tgtEl>
                                        <p:attrNameLst>
                                          <p:attrName>ppt_x</p:attrName>
                                        </p:attrNameLst>
                                      </p:cBhvr>
                                      <p:tavLst>
                                        <p:tav tm="0">
                                          <p:val>
                                            <p:strVal val="#ppt_x"/>
                                          </p:val>
                                        </p:tav>
                                        <p:tav tm="100000">
                                          <p:val>
                                            <p:strVal val="#ppt_x"/>
                                          </p:val>
                                        </p:tav>
                                      </p:tavLst>
                                    </p:anim>
                                    <p:anim calcmode="lin" valueType="num">
                                      <p:cBhvr>
                                        <p:cTn id="124" dur="550" decel="100000" fill="hold"/>
                                        <p:tgtEl>
                                          <p:spTgt spid="27"/>
                                        </p:tgtEl>
                                        <p:attrNameLst>
                                          <p:attrName>ppt_y</p:attrName>
                                        </p:attrNameLst>
                                      </p:cBhvr>
                                      <p:tavLst>
                                        <p:tav tm="0">
                                          <p:val>
                                            <p:strVal val="#ppt_y+.035"/>
                                          </p:val>
                                        </p:tav>
                                        <p:tav tm="100000">
                                          <p:val>
                                            <p:strVal val="#ppt_y"/>
                                          </p:val>
                                        </p:tav>
                                      </p:tavLst>
                                    </p:anim>
                                  </p:childTnLst>
                                </p:cTn>
                              </p:par>
                              <p:par>
                                <p:cTn id="125" presetID="42" presetClass="entr" presetSubtype="0" fill="hold" nodeType="withEffect">
                                  <p:stCondLst>
                                    <p:cond delay="91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50"/>
                                        <p:tgtEl>
                                          <p:spTgt spid="28"/>
                                        </p:tgtEl>
                                      </p:cBhvr>
                                    </p:animEffect>
                                    <p:anim calcmode="lin" valueType="num">
                                      <p:cBhvr>
                                        <p:cTn id="128" dur="550" decel="100000" fill="hold"/>
                                        <p:tgtEl>
                                          <p:spTgt spid="28"/>
                                        </p:tgtEl>
                                        <p:attrNameLst>
                                          <p:attrName>ppt_x</p:attrName>
                                        </p:attrNameLst>
                                      </p:cBhvr>
                                      <p:tavLst>
                                        <p:tav tm="0">
                                          <p:val>
                                            <p:strVal val="#ppt_x"/>
                                          </p:val>
                                        </p:tav>
                                        <p:tav tm="100000">
                                          <p:val>
                                            <p:strVal val="#ppt_x"/>
                                          </p:val>
                                        </p:tav>
                                      </p:tavLst>
                                    </p:anim>
                                    <p:anim calcmode="lin" valueType="num">
                                      <p:cBhvr>
                                        <p:cTn id="129" dur="550" decel="100000" fill="hold"/>
                                        <p:tgtEl>
                                          <p:spTgt spid="28"/>
                                        </p:tgtEl>
                                        <p:attrNameLst>
                                          <p:attrName>ppt_y</p:attrName>
                                        </p:attrNameLst>
                                      </p:cBhvr>
                                      <p:tavLst>
                                        <p:tav tm="0">
                                          <p:val>
                                            <p:strVal val="#ppt_y+.035"/>
                                          </p:val>
                                        </p:tav>
                                        <p:tav tm="100000">
                                          <p:val>
                                            <p:strVal val="#ppt_y"/>
                                          </p:val>
                                        </p:tav>
                                      </p:tavLst>
                                    </p:anim>
                                  </p:childTnLst>
                                </p:cTn>
                              </p:par>
                              <p:par>
                                <p:cTn id="130" presetID="42" presetClass="entr" presetSubtype="0" fill="hold" grpId="0" nodeType="withEffect">
                                  <p:stCondLst>
                                    <p:cond delay="91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550"/>
                                        <p:tgtEl>
                                          <p:spTgt spid="29"/>
                                        </p:tgtEl>
                                      </p:cBhvr>
                                    </p:animEffect>
                                    <p:anim calcmode="lin" valueType="num">
                                      <p:cBhvr>
                                        <p:cTn id="133" dur="550" decel="100000" fill="hold"/>
                                        <p:tgtEl>
                                          <p:spTgt spid="29"/>
                                        </p:tgtEl>
                                        <p:attrNameLst>
                                          <p:attrName>ppt_x</p:attrName>
                                        </p:attrNameLst>
                                      </p:cBhvr>
                                      <p:tavLst>
                                        <p:tav tm="0">
                                          <p:val>
                                            <p:strVal val="#ppt_x"/>
                                          </p:val>
                                        </p:tav>
                                        <p:tav tm="100000">
                                          <p:val>
                                            <p:strVal val="#ppt_x"/>
                                          </p:val>
                                        </p:tav>
                                      </p:tavLst>
                                    </p:anim>
                                    <p:anim calcmode="lin" valueType="num">
                                      <p:cBhvr>
                                        <p:cTn id="134" dur="550" decel="100000" fill="hold"/>
                                        <p:tgtEl>
                                          <p:spTgt spid="29"/>
                                        </p:tgtEl>
                                        <p:attrNameLst>
                                          <p:attrName>ppt_y</p:attrName>
                                        </p:attrNameLst>
                                      </p:cBhvr>
                                      <p:tavLst>
                                        <p:tav tm="0">
                                          <p:val>
                                            <p:strVal val="#ppt_y+.035"/>
                                          </p:val>
                                        </p:tav>
                                        <p:tav tm="100000">
                                          <p:val>
                                            <p:strVal val="#ppt_y"/>
                                          </p:val>
                                        </p:tav>
                                      </p:tavLst>
                                    </p:anim>
                                  </p:childTnLst>
                                </p:cTn>
                              </p:par>
                              <p:par>
                                <p:cTn id="135" presetID="42" presetClass="entr" presetSubtype="0" fill="hold" grpId="0" nodeType="withEffect">
                                  <p:stCondLst>
                                    <p:cond delay="91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550"/>
                                        <p:tgtEl>
                                          <p:spTgt spid="30"/>
                                        </p:tgtEl>
                                      </p:cBhvr>
                                    </p:animEffect>
                                    <p:anim calcmode="lin" valueType="num">
                                      <p:cBhvr>
                                        <p:cTn id="138" dur="550" decel="100000" fill="hold"/>
                                        <p:tgtEl>
                                          <p:spTgt spid="30"/>
                                        </p:tgtEl>
                                        <p:attrNameLst>
                                          <p:attrName>ppt_x</p:attrName>
                                        </p:attrNameLst>
                                      </p:cBhvr>
                                      <p:tavLst>
                                        <p:tav tm="0">
                                          <p:val>
                                            <p:strVal val="#ppt_x"/>
                                          </p:val>
                                        </p:tav>
                                        <p:tav tm="100000">
                                          <p:val>
                                            <p:strVal val="#ppt_x"/>
                                          </p:val>
                                        </p:tav>
                                      </p:tavLst>
                                    </p:anim>
                                    <p:anim calcmode="lin" valueType="num">
                                      <p:cBhvr>
                                        <p:cTn id="139" dur="550" decel="100000" fill="hold"/>
                                        <p:tgtEl>
                                          <p:spTgt spid="30"/>
                                        </p:tgtEl>
                                        <p:attrNameLst>
                                          <p:attrName>ppt_y</p:attrName>
                                        </p:attrNameLst>
                                      </p:cBhvr>
                                      <p:tavLst>
                                        <p:tav tm="0">
                                          <p:val>
                                            <p:strVal val="#ppt_y+.035"/>
                                          </p:val>
                                        </p:tav>
                                        <p:tav tm="100000">
                                          <p:val>
                                            <p:strVal val="#ppt_y"/>
                                          </p:val>
                                        </p:tav>
                                      </p:tavLst>
                                    </p:anim>
                                  </p:childTnLst>
                                </p:cTn>
                              </p:par>
                              <p:par>
                                <p:cTn id="140" presetID="42" presetClass="entr" presetSubtype="0" fill="hold" grpId="0" nodeType="withEffect">
                                  <p:stCondLst>
                                    <p:cond delay="113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50"/>
                                        <p:tgtEl>
                                          <p:spTgt spid="31"/>
                                        </p:tgtEl>
                                      </p:cBhvr>
                                    </p:animEffect>
                                    <p:anim calcmode="lin" valueType="num">
                                      <p:cBhvr>
                                        <p:cTn id="143" dur="550" decel="100000" fill="hold"/>
                                        <p:tgtEl>
                                          <p:spTgt spid="31"/>
                                        </p:tgtEl>
                                        <p:attrNameLst>
                                          <p:attrName>ppt_x</p:attrName>
                                        </p:attrNameLst>
                                      </p:cBhvr>
                                      <p:tavLst>
                                        <p:tav tm="0">
                                          <p:val>
                                            <p:strVal val="#ppt_x"/>
                                          </p:val>
                                        </p:tav>
                                        <p:tav tm="100000">
                                          <p:val>
                                            <p:strVal val="#ppt_x"/>
                                          </p:val>
                                        </p:tav>
                                      </p:tavLst>
                                    </p:anim>
                                    <p:anim calcmode="lin" valueType="num">
                                      <p:cBhvr>
                                        <p:cTn id="144" dur="550" decel="100000" fill="hold"/>
                                        <p:tgtEl>
                                          <p:spTgt spid="31"/>
                                        </p:tgtEl>
                                        <p:attrNameLst>
                                          <p:attrName>ppt_y</p:attrName>
                                        </p:attrNameLst>
                                      </p:cBhvr>
                                      <p:tavLst>
                                        <p:tav tm="0">
                                          <p:val>
                                            <p:strVal val="#ppt_y+.035"/>
                                          </p:val>
                                        </p:tav>
                                        <p:tav tm="100000">
                                          <p:val>
                                            <p:strVal val="#ppt_y"/>
                                          </p:val>
                                        </p:tav>
                                      </p:tavLst>
                                    </p:anim>
                                  </p:childTnLst>
                                </p:cTn>
                              </p:par>
                              <p:par>
                                <p:cTn id="145" presetID="42" presetClass="entr" presetSubtype="0" fill="hold" grpId="0" nodeType="withEffect">
                                  <p:stCondLst>
                                    <p:cond delay="113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550"/>
                                        <p:tgtEl>
                                          <p:spTgt spid="32"/>
                                        </p:tgtEl>
                                      </p:cBhvr>
                                    </p:animEffect>
                                    <p:anim calcmode="lin" valueType="num">
                                      <p:cBhvr>
                                        <p:cTn id="148" dur="550" decel="100000" fill="hold"/>
                                        <p:tgtEl>
                                          <p:spTgt spid="32"/>
                                        </p:tgtEl>
                                        <p:attrNameLst>
                                          <p:attrName>ppt_x</p:attrName>
                                        </p:attrNameLst>
                                      </p:cBhvr>
                                      <p:tavLst>
                                        <p:tav tm="0">
                                          <p:val>
                                            <p:strVal val="#ppt_x"/>
                                          </p:val>
                                        </p:tav>
                                        <p:tav tm="100000">
                                          <p:val>
                                            <p:strVal val="#ppt_x"/>
                                          </p:val>
                                        </p:tav>
                                      </p:tavLst>
                                    </p:anim>
                                    <p:anim calcmode="lin" valueType="num">
                                      <p:cBhvr>
                                        <p:cTn id="149" dur="550" decel="100000" fill="hold"/>
                                        <p:tgtEl>
                                          <p:spTgt spid="32"/>
                                        </p:tgtEl>
                                        <p:attrNameLst>
                                          <p:attrName>ppt_y</p:attrName>
                                        </p:attrNameLst>
                                      </p:cBhvr>
                                      <p:tavLst>
                                        <p:tav tm="0">
                                          <p:val>
                                            <p:strVal val="#ppt_y+.035"/>
                                          </p:val>
                                        </p:tav>
                                        <p:tav tm="100000">
                                          <p:val>
                                            <p:strVal val="#ppt_y"/>
                                          </p:val>
                                        </p:tav>
                                      </p:tavLst>
                                    </p:anim>
                                  </p:childTnLst>
                                </p:cTn>
                              </p:par>
                              <p:par>
                                <p:cTn id="150" presetID="42" presetClass="entr" presetSubtype="0" fill="hold" grpId="0" nodeType="withEffect">
                                  <p:stCondLst>
                                    <p:cond delay="1130"/>
                                  </p:stCondLst>
                                  <p:childTnLst>
                                    <p:set>
                                      <p:cBhvr>
                                        <p:cTn id="151" dur="1" fill="hold">
                                          <p:stCondLst>
                                            <p:cond delay="0"/>
                                          </p:stCondLst>
                                        </p:cTn>
                                        <p:tgtEl>
                                          <p:spTgt spid="33"/>
                                        </p:tgtEl>
                                        <p:attrNameLst>
                                          <p:attrName>style.visibility</p:attrName>
                                        </p:attrNameLst>
                                      </p:cBhvr>
                                      <p:to>
                                        <p:strVal val="visible"/>
                                      </p:to>
                                    </p:set>
                                    <p:animEffect transition="in" filter="fade">
                                      <p:cBhvr>
                                        <p:cTn id="152" dur="550"/>
                                        <p:tgtEl>
                                          <p:spTgt spid="33"/>
                                        </p:tgtEl>
                                      </p:cBhvr>
                                    </p:animEffect>
                                    <p:anim calcmode="lin" valueType="num">
                                      <p:cBhvr>
                                        <p:cTn id="153" dur="550" decel="100000" fill="hold"/>
                                        <p:tgtEl>
                                          <p:spTgt spid="33"/>
                                        </p:tgtEl>
                                        <p:attrNameLst>
                                          <p:attrName>ppt_x</p:attrName>
                                        </p:attrNameLst>
                                      </p:cBhvr>
                                      <p:tavLst>
                                        <p:tav tm="0">
                                          <p:val>
                                            <p:strVal val="#ppt_x"/>
                                          </p:val>
                                        </p:tav>
                                        <p:tav tm="100000">
                                          <p:val>
                                            <p:strVal val="#ppt_x"/>
                                          </p:val>
                                        </p:tav>
                                      </p:tavLst>
                                    </p:anim>
                                    <p:anim calcmode="lin" valueType="num">
                                      <p:cBhvr>
                                        <p:cTn id="154" dur="550" decel="100000" fill="hold"/>
                                        <p:tgtEl>
                                          <p:spTgt spid="33"/>
                                        </p:tgtEl>
                                        <p:attrNameLst>
                                          <p:attrName>ppt_y</p:attrName>
                                        </p:attrNameLst>
                                      </p:cBhvr>
                                      <p:tavLst>
                                        <p:tav tm="0">
                                          <p:val>
                                            <p:strVal val="#ppt_y+.035"/>
                                          </p:val>
                                        </p:tav>
                                        <p:tav tm="100000">
                                          <p:val>
                                            <p:strVal val="#ppt_y"/>
                                          </p:val>
                                        </p:tav>
                                      </p:tavLst>
                                    </p:anim>
                                  </p:childTnLst>
                                </p:cTn>
                              </p:par>
                              <p:par>
                                <p:cTn id="155" presetID="42" presetClass="entr" presetSubtype="0" fill="hold" grpId="0" nodeType="withEffect">
                                  <p:stCondLst>
                                    <p:cond delay="113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50"/>
                                        <p:tgtEl>
                                          <p:spTgt spid="34"/>
                                        </p:tgtEl>
                                      </p:cBhvr>
                                    </p:animEffect>
                                    <p:anim calcmode="lin" valueType="num">
                                      <p:cBhvr>
                                        <p:cTn id="158" dur="550" decel="100000" fill="hold"/>
                                        <p:tgtEl>
                                          <p:spTgt spid="34"/>
                                        </p:tgtEl>
                                        <p:attrNameLst>
                                          <p:attrName>ppt_x</p:attrName>
                                        </p:attrNameLst>
                                      </p:cBhvr>
                                      <p:tavLst>
                                        <p:tav tm="0">
                                          <p:val>
                                            <p:strVal val="#ppt_x"/>
                                          </p:val>
                                        </p:tav>
                                        <p:tav tm="100000">
                                          <p:val>
                                            <p:strVal val="#ppt_x"/>
                                          </p:val>
                                        </p:tav>
                                      </p:tavLst>
                                    </p:anim>
                                    <p:anim calcmode="lin" valueType="num">
                                      <p:cBhvr>
                                        <p:cTn id="159" dur="550" decel="100000" fill="hold"/>
                                        <p:tgtEl>
                                          <p:spTgt spid="34"/>
                                        </p:tgtEl>
                                        <p:attrNameLst>
                                          <p:attrName>ppt_y</p:attrName>
                                        </p:attrNameLst>
                                      </p:cBhvr>
                                      <p:tavLst>
                                        <p:tav tm="0">
                                          <p:val>
                                            <p:strVal val="#ppt_y+.035"/>
                                          </p:val>
                                        </p:tav>
                                        <p:tav tm="100000">
                                          <p:val>
                                            <p:strVal val="#ppt_y"/>
                                          </p:val>
                                        </p:tav>
                                      </p:tavLst>
                                    </p:anim>
                                  </p:childTnLst>
                                </p:cTn>
                              </p:par>
                              <p:par>
                                <p:cTn id="160" presetID="42" presetClass="entr" presetSubtype="0" fill="hold" grpId="0" nodeType="withEffect">
                                  <p:stCondLst>
                                    <p:cond delay="113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550"/>
                                        <p:tgtEl>
                                          <p:spTgt spid="35"/>
                                        </p:tgtEl>
                                      </p:cBhvr>
                                    </p:animEffect>
                                    <p:anim calcmode="lin" valueType="num">
                                      <p:cBhvr>
                                        <p:cTn id="163" dur="550" decel="100000" fill="hold"/>
                                        <p:tgtEl>
                                          <p:spTgt spid="35"/>
                                        </p:tgtEl>
                                        <p:attrNameLst>
                                          <p:attrName>ppt_x</p:attrName>
                                        </p:attrNameLst>
                                      </p:cBhvr>
                                      <p:tavLst>
                                        <p:tav tm="0">
                                          <p:val>
                                            <p:strVal val="#ppt_x"/>
                                          </p:val>
                                        </p:tav>
                                        <p:tav tm="100000">
                                          <p:val>
                                            <p:strVal val="#ppt_x"/>
                                          </p:val>
                                        </p:tav>
                                      </p:tavLst>
                                    </p:anim>
                                    <p:anim calcmode="lin" valueType="num">
                                      <p:cBhvr>
                                        <p:cTn id="164" dur="550" decel="100000" fill="hold"/>
                                        <p:tgtEl>
                                          <p:spTgt spid="35"/>
                                        </p:tgtEl>
                                        <p:attrNameLst>
                                          <p:attrName>ppt_y</p:attrName>
                                        </p:attrNameLst>
                                      </p:cBhvr>
                                      <p:tavLst>
                                        <p:tav tm="0">
                                          <p:val>
                                            <p:strVal val="#ppt_y+.035"/>
                                          </p:val>
                                        </p:tav>
                                        <p:tav tm="100000">
                                          <p:val>
                                            <p:strVal val="#ppt_y"/>
                                          </p:val>
                                        </p:tav>
                                      </p:tavLst>
                                    </p:anim>
                                  </p:childTnLst>
                                </p:cTn>
                              </p:par>
                              <p:par>
                                <p:cTn id="165" presetID="42" presetClass="entr" presetSubtype="0" fill="hold" grpId="0" nodeType="withEffect">
                                  <p:stCondLst>
                                    <p:cond delay="1130"/>
                                  </p:stCondLst>
                                  <p:childTnLst>
                                    <p:set>
                                      <p:cBhvr>
                                        <p:cTn id="166" dur="1" fill="hold">
                                          <p:stCondLst>
                                            <p:cond delay="0"/>
                                          </p:stCondLst>
                                        </p:cTn>
                                        <p:tgtEl>
                                          <p:spTgt spid="36"/>
                                        </p:tgtEl>
                                        <p:attrNameLst>
                                          <p:attrName>style.visibility</p:attrName>
                                        </p:attrNameLst>
                                      </p:cBhvr>
                                      <p:to>
                                        <p:strVal val="visible"/>
                                      </p:to>
                                    </p:set>
                                    <p:animEffect transition="in" filter="fade">
                                      <p:cBhvr>
                                        <p:cTn id="167" dur="550"/>
                                        <p:tgtEl>
                                          <p:spTgt spid="36"/>
                                        </p:tgtEl>
                                      </p:cBhvr>
                                    </p:animEffect>
                                    <p:anim calcmode="lin" valueType="num">
                                      <p:cBhvr>
                                        <p:cTn id="168" dur="550" decel="100000" fill="hold"/>
                                        <p:tgtEl>
                                          <p:spTgt spid="36"/>
                                        </p:tgtEl>
                                        <p:attrNameLst>
                                          <p:attrName>ppt_x</p:attrName>
                                        </p:attrNameLst>
                                      </p:cBhvr>
                                      <p:tavLst>
                                        <p:tav tm="0">
                                          <p:val>
                                            <p:strVal val="#ppt_x"/>
                                          </p:val>
                                        </p:tav>
                                        <p:tav tm="100000">
                                          <p:val>
                                            <p:strVal val="#ppt_x"/>
                                          </p:val>
                                        </p:tav>
                                      </p:tavLst>
                                    </p:anim>
                                    <p:anim calcmode="lin" valueType="num">
                                      <p:cBhvr>
                                        <p:cTn id="169" dur="550" decel="100000" fill="hold"/>
                                        <p:tgtEl>
                                          <p:spTgt spid="36"/>
                                        </p:tgtEl>
                                        <p:attrNameLst>
                                          <p:attrName>ppt_y</p:attrName>
                                        </p:attrNameLst>
                                      </p:cBhvr>
                                      <p:tavLst>
                                        <p:tav tm="0">
                                          <p:val>
                                            <p:strVal val="#ppt_y+.035"/>
                                          </p:val>
                                        </p:tav>
                                        <p:tav tm="100000">
                                          <p:val>
                                            <p:strVal val="#ppt_y"/>
                                          </p:val>
                                        </p:tav>
                                      </p:tavLst>
                                    </p:anim>
                                  </p:childTnLst>
                                </p:cTn>
                              </p:par>
                              <p:par>
                                <p:cTn id="170" presetID="42" presetClass="entr" presetSubtype="0" fill="hold" grpId="0" nodeType="withEffect">
                                  <p:stCondLst>
                                    <p:cond delay="113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550"/>
                                        <p:tgtEl>
                                          <p:spTgt spid="37"/>
                                        </p:tgtEl>
                                      </p:cBhvr>
                                    </p:animEffect>
                                    <p:anim calcmode="lin" valueType="num">
                                      <p:cBhvr>
                                        <p:cTn id="173" dur="550" decel="100000" fill="hold"/>
                                        <p:tgtEl>
                                          <p:spTgt spid="37"/>
                                        </p:tgtEl>
                                        <p:attrNameLst>
                                          <p:attrName>ppt_x</p:attrName>
                                        </p:attrNameLst>
                                      </p:cBhvr>
                                      <p:tavLst>
                                        <p:tav tm="0">
                                          <p:val>
                                            <p:strVal val="#ppt_x"/>
                                          </p:val>
                                        </p:tav>
                                        <p:tav tm="100000">
                                          <p:val>
                                            <p:strVal val="#ppt_x"/>
                                          </p:val>
                                        </p:tav>
                                      </p:tavLst>
                                    </p:anim>
                                    <p:anim calcmode="lin" valueType="num">
                                      <p:cBhvr>
                                        <p:cTn id="174" dur="550" decel="100000" fill="hold"/>
                                        <p:tgtEl>
                                          <p:spTgt spid="37"/>
                                        </p:tgtEl>
                                        <p:attrNameLst>
                                          <p:attrName>ppt_y</p:attrName>
                                        </p:attrNameLst>
                                      </p:cBhvr>
                                      <p:tavLst>
                                        <p:tav tm="0">
                                          <p:val>
                                            <p:strVal val="#ppt_y+.035"/>
                                          </p:val>
                                        </p:tav>
                                        <p:tav tm="100000">
                                          <p:val>
                                            <p:strVal val="#ppt_y"/>
                                          </p:val>
                                        </p:tav>
                                      </p:tavLst>
                                    </p:anim>
                                  </p:childTnLst>
                                </p:cTn>
                              </p:par>
                              <p:par>
                                <p:cTn id="175" presetID="42" presetClass="entr" presetSubtype="0" fill="hold" grpId="0" nodeType="withEffect">
                                  <p:stCondLst>
                                    <p:cond delay="1130"/>
                                  </p:stCondLst>
                                  <p:childTnLst>
                                    <p:set>
                                      <p:cBhvr>
                                        <p:cTn id="176" dur="1" fill="hold">
                                          <p:stCondLst>
                                            <p:cond delay="0"/>
                                          </p:stCondLst>
                                        </p:cTn>
                                        <p:tgtEl>
                                          <p:spTgt spid="38"/>
                                        </p:tgtEl>
                                        <p:attrNameLst>
                                          <p:attrName>style.visibility</p:attrName>
                                        </p:attrNameLst>
                                      </p:cBhvr>
                                      <p:to>
                                        <p:strVal val="visible"/>
                                      </p:to>
                                    </p:set>
                                    <p:animEffect transition="in" filter="fade">
                                      <p:cBhvr>
                                        <p:cTn id="177" dur="550"/>
                                        <p:tgtEl>
                                          <p:spTgt spid="38"/>
                                        </p:tgtEl>
                                      </p:cBhvr>
                                    </p:animEffect>
                                    <p:anim calcmode="lin" valueType="num">
                                      <p:cBhvr>
                                        <p:cTn id="178" dur="550" decel="100000" fill="hold"/>
                                        <p:tgtEl>
                                          <p:spTgt spid="38"/>
                                        </p:tgtEl>
                                        <p:attrNameLst>
                                          <p:attrName>ppt_x</p:attrName>
                                        </p:attrNameLst>
                                      </p:cBhvr>
                                      <p:tavLst>
                                        <p:tav tm="0">
                                          <p:val>
                                            <p:strVal val="#ppt_x"/>
                                          </p:val>
                                        </p:tav>
                                        <p:tav tm="100000">
                                          <p:val>
                                            <p:strVal val="#ppt_x"/>
                                          </p:val>
                                        </p:tav>
                                      </p:tavLst>
                                    </p:anim>
                                    <p:anim calcmode="lin" valueType="num">
                                      <p:cBhvr>
                                        <p:cTn id="179" dur="550" decel="100000" fill="hold"/>
                                        <p:tgtEl>
                                          <p:spTgt spid="38"/>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0" grpId="0" animBg="1"/>
      <p:bldP spid="22" grpId="0" animBg="1"/>
      <p:bldP spid="23" grpId="0" animBg="1"/>
      <p:bldP spid="24" grpId="0" animBg="1"/>
      <p:bldP spid="25" grpId="0" animBg="1"/>
      <p:bldP spid="26" grpId="0" animBg="1"/>
      <p:bldP spid="27"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orb"/>
          <p:cNvSpPr/>
          <p:nvPr/>
        </p:nvSpPr>
        <p:spPr>
          <a:xfrm>
            <a:off x="2926080" y="3657600"/>
            <a:ext cx="5486400" cy="5486400"/>
          </a:xfrm>
          <a:prstGeom prst="ellipse">
            <a:avLst/>
          </a:prstGeom>
          <a:solidFill>
            <a:srgbClr val="6366F1">
              <a:alpha val="38000"/>
            </a:srgbClr>
          </a:solidFill>
          <a:ln w="12700">
            <a:solidFill>
              <a:srgbClr val="6366F1"/>
            </a:solidFill>
            <a:prstDash val="solid"/>
          </a:ln>
          <a:effectLst>
            <a:softEdge rad="1700000"/>
          </a:effectLst>
        </p:spPr>
      </p:sp>
      <p:sp>
        <p:nvSpPr>
          <p:cNvPr id="3" name="s4 Text 1"/>
          <p:cNvSpPr/>
          <p:nvPr>
            <p:ph idx="101" type="title" hasCustomPrompt="1"/>
          </p:nvPr>
        </p:nvSpPr>
        <p:spPr>
          <a:xfrm>
            <a:off x="640080" y="457200"/>
            <a:ext cx="10908792" cy="777240"/>
          </a:xfrm>
          <a:prstGeom prst="rect">
            <a:avLst/>
          </a:prstGeom>
          <a:noFill/>
          <a:ln/>
        </p:spPr>
        <p:txBody>
          <a:bodyPr wrap="square" lIns="0" tIns="0" rIns="0" bIns="0" rtlCol="0" anchor="ctr"/>
          <a:lstStyle/>
          <a:p>
            <a:pPr algn="l" indent="0" marL="0">
              <a:buNone/>
            </a:pPr>
            <a:r>
              <a:rPr lang="en-US" sz="2600" dirty="0">
                <a:solidFill>
                  <a:srgbClr val="F1F5F9"/>
                </a:solidFill>
                <a:latin typeface="Arial Black" pitchFamily="34" charset="0"/>
                <a:ea typeface="Arial Black" pitchFamily="34" charset="-122"/>
                <a:cs typeface="Arial Black" pitchFamily="34" charset="-120"/>
              </a:rPr>
              <a:t>Discover: search that keeps up</a:t>
            </a:r>
            <a:endParaRPr lang="en-US" sz="2600" dirty="0"/>
          </a:p>
        </p:txBody>
      </p:sp>
      <p:sp>
        <p:nvSpPr>
          <p:cNvPr id="4" name="anim-1-67"/>
          <p:cNvSpPr/>
          <p:nvPr/>
        </p:nvSpPr>
        <p:spPr>
          <a:xfrm>
            <a:off x="640080" y="1371600"/>
            <a:ext cx="6035040" cy="4953191"/>
          </a:xfrm>
          <a:prstGeom prst="roundRect">
            <a:avLst>
              <a:gd name="adj" fmla="val 2215"/>
            </a:avLst>
          </a:prstGeom>
          <a:solidFill>
            <a:srgbClr val="1B1B38"/>
          </a:solidFill>
          <a:ln w="12700">
            <a:solidFill>
              <a:srgbClr val="34345E"/>
            </a:solidFill>
            <a:prstDash val="solid"/>
          </a:ln>
        </p:spPr>
      </p:sp>
      <p:sp>
        <p:nvSpPr>
          <p:cNvPr id="5" name="anim-1-68"/>
          <p:cNvSpPr/>
          <p:nvPr/>
        </p:nvSpPr>
        <p:spPr>
          <a:xfrm>
            <a:off x="804672" y="1453896"/>
            <a:ext cx="109728" cy="109728"/>
          </a:xfrm>
          <a:prstGeom prst="ellipse">
            <a:avLst/>
          </a:prstGeom>
          <a:solidFill>
            <a:srgbClr val="F87171"/>
          </a:solidFill>
          <a:ln w="12700">
            <a:solidFill>
              <a:srgbClr val="F87171"/>
            </a:solidFill>
            <a:prstDash val="solid"/>
          </a:ln>
        </p:spPr>
      </p:sp>
      <p:sp>
        <p:nvSpPr>
          <p:cNvPr id="6" name="anim-1-69"/>
          <p:cNvSpPr/>
          <p:nvPr/>
        </p:nvSpPr>
        <p:spPr>
          <a:xfrm>
            <a:off x="987552" y="1453896"/>
            <a:ext cx="109728" cy="109728"/>
          </a:xfrm>
          <a:prstGeom prst="ellipse">
            <a:avLst/>
          </a:prstGeom>
          <a:solidFill>
            <a:srgbClr val="FBBF24"/>
          </a:solidFill>
          <a:ln w="12700">
            <a:solidFill>
              <a:srgbClr val="FBBF24"/>
            </a:solidFill>
            <a:prstDash val="solid"/>
          </a:ln>
        </p:spPr>
      </p:sp>
      <p:sp>
        <p:nvSpPr>
          <p:cNvPr id="7" name="anim-1-70"/>
          <p:cNvSpPr/>
          <p:nvPr/>
        </p:nvSpPr>
        <p:spPr>
          <a:xfrm>
            <a:off x="1170432" y="1453896"/>
            <a:ext cx="109728" cy="109728"/>
          </a:xfrm>
          <a:prstGeom prst="ellipse">
            <a:avLst/>
          </a:prstGeom>
          <a:solidFill>
            <a:srgbClr val="4ADE80"/>
          </a:solidFill>
          <a:ln w="12700">
            <a:solidFill>
              <a:srgbClr val="4ADE80"/>
            </a:solidFill>
            <a:prstDash val="solid"/>
          </a:ln>
        </p:spPr>
      </p:sp>
      <p:pic>
        <p:nvPicPr>
          <p:cNvPr id="8" name="anim-1-71" descr="Home page with search, filters and event cards">    </p:cNvPr>
          <p:cNvPicPr>
            <a:picLocks noChangeAspect="1"/>
          </p:cNvPicPr>
          <p:nvPr/>
        </p:nvPicPr>
        <p:blipFill>
          <a:blip r:embed="rId1"/>
          <a:stretch>
            <a:fillRect/>
          </a:stretch>
        </p:blipFill>
        <p:spPr>
          <a:xfrm>
            <a:off x="704088" y="1645920"/>
            <a:ext cx="5907024" cy="4614863"/>
          </a:xfrm>
          <a:prstGeom prst="rect">
            <a:avLst/>
          </a:prstGeom>
        </p:spPr>
      </p:pic>
      <p:sp>
        <p:nvSpPr>
          <p:cNvPr id="9" name="anim-2-72"/>
          <p:cNvSpPr/>
          <p:nvPr/>
        </p:nvSpPr>
        <p:spPr>
          <a:xfrm>
            <a:off x="5163503" y="3382566"/>
            <a:ext cx="310896" cy="310896"/>
          </a:xfrm>
          <a:prstGeom prst="ellipse">
            <a:avLst/>
          </a:prstGeom>
          <a:solidFill>
            <a:srgbClr val="F97316"/>
          </a:solidFill>
          <a:ln w="19050">
            <a:solidFill>
              <a:srgbClr val="0B0B1A"/>
            </a:solidFill>
            <a:prstDash val="solid"/>
          </a:ln>
        </p:spPr>
      </p:sp>
      <p:sp>
        <p:nvSpPr>
          <p:cNvPr id="10" name="anim-2-73"/>
          <p:cNvSpPr txBox="1"/>
          <p:nvPr/>
        </p:nvSpPr>
        <p:spPr>
          <a:xfrm>
            <a:off x="5163503" y="3382566"/>
            <a:ext cx="310896" cy="310896"/>
          </a:xfrm>
          <a:prstGeom prst="rect">
            <a:avLst/>
          </a:prstGeom>
          <a:noFill/>
          <a:ln/>
        </p:spPr>
        <p:txBody>
          <a:bodyPr wrap="square" lIns="0" tIns="0" rIns="0" bIns="0" rtlCol="0" anchor="ctr"/>
          <a:lstStyle/>
          <a:p>
            <a:pPr algn="ctr" indent="0" marL="0">
              <a:buNone/>
            </a:pPr>
            <a:r>
              <a:rPr lang="en-US" sz="1200" dirty="0">
                <a:solidFill>
                  <a:srgbClr val="0B0B1A"/>
                </a:solidFill>
                <a:latin typeface="Arial Black" pitchFamily="34" charset="0"/>
                <a:ea typeface="Arial Black" pitchFamily="34" charset="-122"/>
                <a:cs typeface="Arial Black" pitchFamily="34" charset="-120"/>
              </a:rPr>
              <a:t>1</a:t>
            </a:r>
            <a:endParaRPr lang="en-US" sz="1200" dirty="0"/>
          </a:p>
        </p:txBody>
      </p:sp>
      <p:sp>
        <p:nvSpPr>
          <p:cNvPr id="11" name="anim-3-74"/>
          <p:cNvSpPr/>
          <p:nvPr/>
        </p:nvSpPr>
        <p:spPr>
          <a:xfrm>
            <a:off x="3779044" y="3784059"/>
            <a:ext cx="310896" cy="310896"/>
          </a:xfrm>
          <a:prstGeom prst="ellipse">
            <a:avLst/>
          </a:prstGeom>
          <a:solidFill>
            <a:srgbClr val="F97316"/>
          </a:solidFill>
          <a:ln w="19050">
            <a:solidFill>
              <a:srgbClr val="0B0B1A"/>
            </a:solidFill>
            <a:prstDash val="solid"/>
          </a:ln>
        </p:spPr>
      </p:sp>
      <p:sp>
        <p:nvSpPr>
          <p:cNvPr id="12" name="anim-3-75"/>
          <p:cNvSpPr txBox="1"/>
          <p:nvPr/>
        </p:nvSpPr>
        <p:spPr>
          <a:xfrm>
            <a:off x="3779044" y="3784059"/>
            <a:ext cx="310896" cy="310896"/>
          </a:xfrm>
          <a:prstGeom prst="rect">
            <a:avLst/>
          </a:prstGeom>
          <a:noFill/>
          <a:ln/>
        </p:spPr>
        <p:txBody>
          <a:bodyPr wrap="square" lIns="0" tIns="0" rIns="0" bIns="0" rtlCol="0" anchor="ctr"/>
          <a:lstStyle/>
          <a:p>
            <a:pPr algn="ctr" indent="0" marL="0">
              <a:buNone/>
            </a:pPr>
            <a:r>
              <a:rPr lang="en-US" sz="1200" dirty="0">
                <a:solidFill>
                  <a:srgbClr val="0B0B1A"/>
                </a:solidFill>
                <a:latin typeface="Arial Black" pitchFamily="34" charset="0"/>
                <a:ea typeface="Arial Black" pitchFamily="34" charset="-122"/>
                <a:cs typeface="Arial Black" pitchFamily="34" charset="-120"/>
              </a:rPr>
              <a:t>2</a:t>
            </a:r>
            <a:endParaRPr lang="en-US" sz="1200" dirty="0"/>
          </a:p>
        </p:txBody>
      </p:sp>
      <p:sp>
        <p:nvSpPr>
          <p:cNvPr id="13" name="anim-4-76"/>
          <p:cNvSpPr/>
          <p:nvPr/>
        </p:nvSpPr>
        <p:spPr>
          <a:xfrm>
            <a:off x="1711585" y="5376186"/>
            <a:ext cx="310896" cy="310896"/>
          </a:xfrm>
          <a:prstGeom prst="ellipse">
            <a:avLst/>
          </a:prstGeom>
          <a:solidFill>
            <a:srgbClr val="F97316"/>
          </a:solidFill>
          <a:ln w="19050">
            <a:solidFill>
              <a:srgbClr val="0B0B1A"/>
            </a:solidFill>
            <a:prstDash val="solid"/>
          </a:ln>
        </p:spPr>
      </p:sp>
      <p:sp>
        <p:nvSpPr>
          <p:cNvPr id="14" name="anim-4-77"/>
          <p:cNvSpPr txBox="1"/>
          <p:nvPr/>
        </p:nvSpPr>
        <p:spPr>
          <a:xfrm>
            <a:off x="1711585" y="5376186"/>
            <a:ext cx="310896" cy="310896"/>
          </a:xfrm>
          <a:prstGeom prst="rect">
            <a:avLst/>
          </a:prstGeom>
          <a:noFill/>
          <a:ln/>
        </p:spPr>
        <p:txBody>
          <a:bodyPr wrap="square" lIns="0" tIns="0" rIns="0" bIns="0" rtlCol="0" anchor="ctr"/>
          <a:lstStyle/>
          <a:p>
            <a:pPr algn="ctr" indent="0" marL="0">
              <a:buNone/>
            </a:pPr>
            <a:r>
              <a:rPr lang="en-US" sz="1200" dirty="0">
                <a:solidFill>
                  <a:srgbClr val="0B0B1A"/>
                </a:solidFill>
                <a:latin typeface="Arial Black" pitchFamily="34" charset="0"/>
                <a:ea typeface="Arial Black" pitchFamily="34" charset="-122"/>
                <a:cs typeface="Arial Black" pitchFamily="34" charset="-120"/>
              </a:rPr>
              <a:t>3</a:t>
            </a:r>
            <a:endParaRPr lang="en-US" sz="1200" dirty="0"/>
          </a:p>
        </p:txBody>
      </p:sp>
      <p:sp>
        <p:nvSpPr>
          <p:cNvPr id="15" name="anim-5-78"/>
          <p:cNvSpPr/>
          <p:nvPr/>
        </p:nvSpPr>
        <p:spPr>
          <a:xfrm>
            <a:off x="2426889" y="4443984"/>
            <a:ext cx="310896" cy="310896"/>
          </a:xfrm>
          <a:prstGeom prst="ellipse">
            <a:avLst/>
          </a:prstGeom>
          <a:solidFill>
            <a:srgbClr val="F97316"/>
          </a:solidFill>
          <a:ln w="19050">
            <a:solidFill>
              <a:srgbClr val="0B0B1A"/>
            </a:solidFill>
            <a:prstDash val="solid"/>
          </a:ln>
        </p:spPr>
      </p:sp>
      <p:sp>
        <p:nvSpPr>
          <p:cNvPr id="16" name="anim-5-79"/>
          <p:cNvSpPr txBox="1"/>
          <p:nvPr/>
        </p:nvSpPr>
        <p:spPr>
          <a:xfrm>
            <a:off x="2426889" y="4443984"/>
            <a:ext cx="310896" cy="310896"/>
          </a:xfrm>
          <a:prstGeom prst="rect">
            <a:avLst/>
          </a:prstGeom>
          <a:noFill/>
          <a:ln/>
        </p:spPr>
        <p:txBody>
          <a:bodyPr wrap="square" lIns="0" tIns="0" rIns="0" bIns="0" rtlCol="0" anchor="ctr"/>
          <a:lstStyle/>
          <a:p>
            <a:pPr algn="ctr" indent="0" marL="0">
              <a:buNone/>
            </a:pPr>
            <a:r>
              <a:rPr lang="en-US" sz="1200" dirty="0">
                <a:solidFill>
                  <a:srgbClr val="0B0B1A"/>
                </a:solidFill>
                <a:latin typeface="Arial Black" pitchFamily="34" charset="0"/>
                <a:ea typeface="Arial Black" pitchFamily="34" charset="-122"/>
                <a:cs typeface="Arial Black" pitchFamily="34" charset="-120"/>
              </a:rPr>
              <a:t>4</a:t>
            </a:r>
            <a:endParaRPr lang="en-US" sz="1200" dirty="0"/>
          </a:p>
        </p:txBody>
      </p:sp>
      <p:sp>
        <p:nvSpPr>
          <p:cNvPr id="17" name="anim-2-80"/>
          <p:cNvSpPr/>
          <p:nvPr/>
        </p:nvSpPr>
        <p:spPr>
          <a:xfrm>
            <a:off x="7178040" y="1463040"/>
            <a:ext cx="402336" cy="402336"/>
          </a:xfrm>
          <a:prstGeom prst="ellipse">
            <a:avLst/>
          </a:prstGeom>
          <a:solidFill>
            <a:srgbClr val="F97316"/>
          </a:solidFill>
          <a:ln w="12700">
            <a:solidFill>
              <a:srgbClr val="F97316"/>
            </a:solidFill>
            <a:prstDash val="solid"/>
          </a:ln>
        </p:spPr>
      </p:sp>
      <p:sp>
        <p:nvSpPr>
          <p:cNvPr id="18" name="anim-2-81"/>
          <p:cNvSpPr txBox="1"/>
          <p:nvPr/>
        </p:nvSpPr>
        <p:spPr>
          <a:xfrm>
            <a:off x="7178040" y="1463040"/>
            <a:ext cx="402336" cy="402336"/>
          </a:xfrm>
          <a:prstGeom prst="rect">
            <a:avLst/>
          </a:prstGeom>
          <a:noFill/>
          <a:ln/>
        </p:spPr>
        <p:txBody>
          <a:bodyPr wrap="square" lIns="0" tIns="0" rIns="0" bIns="0" rtlCol="0" anchor="ctr"/>
          <a:lstStyle/>
          <a:p>
            <a:pPr algn="ctr" indent="0" marL="0">
              <a:buNone/>
            </a:pPr>
            <a:r>
              <a:rPr lang="en-US" sz="1400" dirty="0">
                <a:solidFill>
                  <a:srgbClr val="0B0B1A"/>
                </a:solidFill>
                <a:latin typeface="Arial Black" pitchFamily="34" charset="0"/>
                <a:ea typeface="Arial Black" pitchFamily="34" charset="-122"/>
                <a:cs typeface="Arial Black" pitchFamily="34" charset="-120"/>
              </a:rPr>
              <a:t>1</a:t>
            </a:r>
            <a:endParaRPr lang="en-US" sz="1400" dirty="0"/>
          </a:p>
        </p:txBody>
      </p:sp>
      <p:sp>
        <p:nvSpPr>
          <p:cNvPr id="19" name="anim-2-82"/>
          <p:cNvSpPr txBox="1"/>
          <p:nvPr/>
        </p:nvSpPr>
        <p:spPr>
          <a:xfrm>
            <a:off x="7772400" y="1444752"/>
            <a:ext cx="3749040" cy="36576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Live search</a:t>
            </a:r>
            <a:endParaRPr lang="en-US" sz="2000" dirty="0"/>
          </a:p>
        </p:txBody>
      </p:sp>
      <p:sp>
        <p:nvSpPr>
          <p:cNvPr id="20" name="anim-2-83"/>
          <p:cNvSpPr txBox="1"/>
          <p:nvPr/>
        </p:nvSpPr>
        <p:spPr>
          <a:xfrm>
            <a:off x="7772400" y="1847088"/>
            <a:ext cx="3749040" cy="68580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Results change as you type, with no page reload (jQuery and JSON).</a:t>
            </a:r>
            <a:endParaRPr lang="en-US" sz="1500" dirty="0"/>
          </a:p>
        </p:txBody>
      </p:sp>
      <p:sp>
        <p:nvSpPr>
          <p:cNvPr id="21" name="anim-3-84"/>
          <p:cNvSpPr/>
          <p:nvPr/>
        </p:nvSpPr>
        <p:spPr>
          <a:xfrm>
            <a:off x="7178040" y="2633472"/>
            <a:ext cx="402336" cy="402336"/>
          </a:xfrm>
          <a:prstGeom prst="ellipse">
            <a:avLst/>
          </a:prstGeom>
          <a:solidFill>
            <a:srgbClr val="F97316"/>
          </a:solidFill>
          <a:ln w="12700">
            <a:solidFill>
              <a:srgbClr val="F97316"/>
            </a:solidFill>
            <a:prstDash val="solid"/>
          </a:ln>
        </p:spPr>
      </p:sp>
      <p:sp>
        <p:nvSpPr>
          <p:cNvPr id="22" name="anim-3-85"/>
          <p:cNvSpPr txBox="1"/>
          <p:nvPr/>
        </p:nvSpPr>
        <p:spPr>
          <a:xfrm>
            <a:off x="7178040" y="2633472"/>
            <a:ext cx="402336" cy="402336"/>
          </a:xfrm>
          <a:prstGeom prst="rect">
            <a:avLst/>
          </a:prstGeom>
          <a:noFill/>
          <a:ln/>
        </p:spPr>
        <p:txBody>
          <a:bodyPr wrap="square" lIns="0" tIns="0" rIns="0" bIns="0" rtlCol="0" anchor="ctr"/>
          <a:lstStyle/>
          <a:p>
            <a:pPr algn="ctr" indent="0" marL="0">
              <a:buNone/>
            </a:pPr>
            <a:r>
              <a:rPr lang="en-US" sz="1400" dirty="0">
                <a:solidFill>
                  <a:srgbClr val="0B0B1A"/>
                </a:solidFill>
                <a:latin typeface="Arial Black" pitchFamily="34" charset="0"/>
                <a:ea typeface="Arial Black" pitchFamily="34" charset="-122"/>
                <a:cs typeface="Arial Black" pitchFamily="34" charset="-120"/>
              </a:rPr>
              <a:t>2</a:t>
            </a:r>
            <a:endParaRPr lang="en-US" sz="1400" dirty="0"/>
          </a:p>
        </p:txBody>
      </p:sp>
      <p:sp>
        <p:nvSpPr>
          <p:cNvPr id="23" name="anim-3-86"/>
          <p:cNvSpPr txBox="1"/>
          <p:nvPr/>
        </p:nvSpPr>
        <p:spPr>
          <a:xfrm>
            <a:off x="7772400" y="2615184"/>
            <a:ext cx="3749040" cy="36576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Smart filters</a:t>
            </a:r>
            <a:endParaRPr lang="en-US" sz="2000" dirty="0"/>
          </a:p>
        </p:txBody>
      </p:sp>
      <p:sp>
        <p:nvSpPr>
          <p:cNvPr id="24" name="anim-3-87"/>
          <p:cNvSpPr txBox="1"/>
          <p:nvPr/>
        </p:nvSpPr>
        <p:spPr>
          <a:xfrm>
            <a:off x="7772400" y="3017520"/>
            <a:ext cx="3749040" cy="68580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Category, today or this week, seats only, and sort by most popular.</a:t>
            </a:r>
            <a:endParaRPr lang="en-US" sz="1500" dirty="0"/>
          </a:p>
        </p:txBody>
      </p:sp>
      <p:sp>
        <p:nvSpPr>
          <p:cNvPr id="25" name="anim-4-88"/>
          <p:cNvSpPr/>
          <p:nvPr/>
        </p:nvSpPr>
        <p:spPr>
          <a:xfrm>
            <a:off x="7178040" y="3803904"/>
            <a:ext cx="402336" cy="402336"/>
          </a:xfrm>
          <a:prstGeom prst="ellipse">
            <a:avLst/>
          </a:prstGeom>
          <a:solidFill>
            <a:srgbClr val="F97316"/>
          </a:solidFill>
          <a:ln w="12700">
            <a:solidFill>
              <a:srgbClr val="F97316"/>
            </a:solidFill>
            <a:prstDash val="solid"/>
          </a:ln>
        </p:spPr>
      </p:sp>
      <p:sp>
        <p:nvSpPr>
          <p:cNvPr id="26" name="anim-4-89"/>
          <p:cNvSpPr txBox="1"/>
          <p:nvPr/>
        </p:nvSpPr>
        <p:spPr>
          <a:xfrm>
            <a:off x="7178040" y="3803904"/>
            <a:ext cx="402336" cy="402336"/>
          </a:xfrm>
          <a:prstGeom prst="rect">
            <a:avLst/>
          </a:prstGeom>
          <a:noFill/>
          <a:ln/>
        </p:spPr>
        <p:txBody>
          <a:bodyPr wrap="square" lIns="0" tIns="0" rIns="0" bIns="0" rtlCol="0" anchor="ctr"/>
          <a:lstStyle/>
          <a:p>
            <a:pPr algn="ctr" indent="0" marL="0">
              <a:buNone/>
            </a:pPr>
            <a:r>
              <a:rPr lang="en-US" sz="1400" dirty="0">
                <a:solidFill>
                  <a:srgbClr val="0B0B1A"/>
                </a:solidFill>
                <a:latin typeface="Arial Black" pitchFamily="34" charset="0"/>
                <a:ea typeface="Arial Black" pitchFamily="34" charset="-122"/>
                <a:cs typeface="Arial Black" pitchFamily="34" charset="-120"/>
              </a:rPr>
              <a:t>3</a:t>
            </a:r>
            <a:endParaRPr lang="en-US" sz="1400" dirty="0"/>
          </a:p>
        </p:txBody>
      </p:sp>
      <p:sp>
        <p:nvSpPr>
          <p:cNvPr id="27" name="anim-4-90"/>
          <p:cNvSpPr txBox="1"/>
          <p:nvPr/>
        </p:nvSpPr>
        <p:spPr>
          <a:xfrm>
            <a:off x="7772400" y="3785616"/>
            <a:ext cx="3749040" cy="36576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Seat meter</a:t>
            </a:r>
            <a:endParaRPr lang="en-US" sz="2000" dirty="0"/>
          </a:p>
        </p:txBody>
      </p:sp>
      <p:sp>
        <p:nvSpPr>
          <p:cNvPr id="28" name="anim-4-91"/>
          <p:cNvSpPr txBox="1"/>
          <p:nvPr/>
        </p:nvSpPr>
        <p:spPr>
          <a:xfrm>
            <a:off x="7772400" y="4187952"/>
            <a:ext cx="3749040" cy="68580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See how full an event is at a glance, with a warning when seats run low.</a:t>
            </a:r>
            <a:endParaRPr lang="en-US" sz="1500" dirty="0"/>
          </a:p>
        </p:txBody>
      </p:sp>
      <p:sp>
        <p:nvSpPr>
          <p:cNvPr id="29" name="anim-5-92"/>
          <p:cNvSpPr/>
          <p:nvPr/>
        </p:nvSpPr>
        <p:spPr>
          <a:xfrm>
            <a:off x="7178040" y="4974336"/>
            <a:ext cx="402336" cy="402336"/>
          </a:xfrm>
          <a:prstGeom prst="ellipse">
            <a:avLst/>
          </a:prstGeom>
          <a:solidFill>
            <a:srgbClr val="F97316"/>
          </a:solidFill>
          <a:ln w="12700">
            <a:solidFill>
              <a:srgbClr val="F97316"/>
            </a:solidFill>
            <a:prstDash val="solid"/>
          </a:ln>
        </p:spPr>
      </p:sp>
      <p:sp>
        <p:nvSpPr>
          <p:cNvPr id="30" name="anim-5-93"/>
          <p:cNvSpPr txBox="1"/>
          <p:nvPr/>
        </p:nvSpPr>
        <p:spPr>
          <a:xfrm>
            <a:off x="7178040" y="4974336"/>
            <a:ext cx="402336" cy="402336"/>
          </a:xfrm>
          <a:prstGeom prst="rect">
            <a:avLst/>
          </a:prstGeom>
          <a:noFill/>
          <a:ln/>
        </p:spPr>
        <p:txBody>
          <a:bodyPr wrap="square" lIns="0" tIns="0" rIns="0" bIns="0" rtlCol="0" anchor="ctr"/>
          <a:lstStyle/>
          <a:p>
            <a:pPr algn="ctr" indent="0" marL="0">
              <a:buNone/>
            </a:pPr>
            <a:r>
              <a:rPr lang="en-US" sz="1400" dirty="0">
                <a:solidFill>
                  <a:srgbClr val="0B0B1A"/>
                </a:solidFill>
                <a:latin typeface="Arial Black" pitchFamily="34" charset="0"/>
                <a:ea typeface="Arial Black" pitchFamily="34" charset="-122"/>
                <a:cs typeface="Arial Black" pitchFamily="34" charset="-120"/>
              </a:rPr>
              <a:t>4</a:t>
            </a:r>
            <a:endParaRPr lang="en-US" sz="1400" dirty="0"/>
          </a:p>
        </p:txBody>
      </p:sp>
      <p:sp>
        <p:nvSpPr>
          <p:cNvPr id="31" name="anim-5-94"/>
          <p:cNvSpPr txBox="1"/>
          <p:nvPr/>
        </p:nvSpPr>
        <p:spPr>
          <a:xfrm>
            <a:off x="7772400" y="4956048"/>
            <a:ext cx="3749040" cy="36576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Save for later</a:t>
            </a:r>
            <a:endParaRPr lang="en-US" sz="2000" dirty="0"/>
          </a:p>
        </p:txBody>
      </p:sp>
      <p:sp>
        <p:nvSpPr>
          <p:cNvPr id="32" name="anim-5-95"/>
          <p:cNvSpPr txBox="1"/>
          <p:nvPr/>
        </p:nvSpPr>
        <p:spPr>
          <a:xfrm>
            <a:off x="7772400" y="5358384"/>
            <a:ext cx="3749040" cy="68580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A heart button, a Saved page and a calendar file for every event.</a:t>
            </a:r>
            <a:endParaRPr lang="en-US" sz="1500" dirty="0"/>
          </a:p>
        </p:txBody>
      </p:sp>
      <p:sp>
        <p:nvSpPr>
          <p:cNvPr id="25" name="s4 Slide Number Placeholder 0"/>
          <p:cNvSpPr>
            <a:spLocks noGrp="1"/>
          </p:cNvSpPr>
          <p:nvPr>
            <p:ph type="sldNum" sz="quarter" idx="4294967295"/>
          </p:nvPr>
        </p:nvSpPr>
        <p:spPr>
          <a:xfrm>
            <a:off x="1106424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ED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decel="100000" fill="hold"/>
                                        <p:tgtEl>
                                          <p:spTgt spid="4"/>
                                        </p:tgtEl>
                                        <p:attrNameLst>
                                          <p:attrName>ppt_x</p:attrName>
                                        </p:attrNameLst>
                                      </p:cBhvr>
                                      <p:tavLst>
                                        <p:tav tm="0">
                                          <p:val>
                                            <p:strVal val="#ppt_x"/>
                                          </p:val>
                                        </p:tav>
                                        <p:tav tm="100000">
                                          <p:val>
                                            <p:strVal val="#ppt_x"/>
                                          </p:val>
                                        </p:tav>
                                      </p:tavLst>
                                    </p:anim>
                                    <p:anim calcmode="lin" valueType="num">
                                      <p:cBhvr>
                                        <p:cTn id="9" dur="550" decel="100000" fill="hold"/>
                                        <p:tgtEl>
                                          <p:spTgt spid="4"/>
                                        </p:tgtEl>
                                        <p:attrNameLst>
                                          <p:attrName>ppt_y</p:attrName>
                                        </p:attrNameLst>
                                      </p:cBhvr>
                                      <p:tavLst>
                                        <p:tav tm="0">
                                          <p:val>
                                            <p:strVal val="#ppt_y+.035"/>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decel="100000" fill="hold"/>
                                        <p:tgtEl>
                                          <p:spTgt spid="5"/>
                                        </p:tgtEl>
                                        <p:attrNameLst>
                                          <p:attrName>ppt_x</p:attrName>
                                        </p:attrNameLst>
                                      </p:cBhvr>
                                      <p:tavLst>
                                        <p:tav tm="0">
                                          <p:val>
                                            <p:strVal val="#ppt_x"/>
                                          </p:val>
                                        </p:tav>
                                        <p:tav tm="100000">
                                          <p:val>
                                            <p:strVal val="#ppt_x"/>
                                          </p:val>
                                        </p:tav>
                                      </p:tavLst>
                                    </p:anim>
                                    <p:anim calcmode="lin" valueType="num">
                                      <p:cBhvr>
                                        <p:cTn id="14" dur="550" decel="100000" fill="hold"/>
                                        <p:tgtEl>
                                          <p:spTgt spid="5"/>
                                        </p:tgtEl>
                                        <p:attrNameLst>
                                          <p:attrName>ppt_y</p:attrName>
                                        </p:attrNameLst>
                                      </p:cBhvr>
                                      <p:tavLst>
                                        <p:tav tm="0">
                                          <p:val>
                                            <p:strVal val="#ppt_y+.035"/>
                                          </p:val>
                                        </p:tav>
                                        <p:tav tm="100000">
                                          <p:val>
                                            <p:strVal val="#ppt_y"/>
                                          </p:val>
                                        </p:tav>
                                      </p:tavLst>
                                    </p:anim>
                                  </p:childTnLst>
                                </p:cTn>
                              </p:par>
                              <p:par>
                                <p:cTn id="15" presetID="42" presetClass="entr" presetSubtype="0" fill="hold" grpId="0" nodeType="withEffect">
                                  <p:stCondLst>
                                    <p:cond delay="2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decel="100000" fill="hold"/>
                                        <p:tgtEl>
                                          <p:spTgt spid="6"/>
                                        </p:tgtEl>
                                        <p:attrNameLst>
                                          <p:attrName>ppt_x</p:attrName>
                                        </p:attrNameLst>
                                      </p:cBhvr>
                                      <p:tavLst>
                                        <p:tav tm="0">
                                          <p:val>
                                            <p:strVal val="#ppt_x"/>
                                          </p:val>
                                        </p:tav>
                                        <p:tav tm="100000">
                                          <p:val>
                                            <p:strVal val="#ppt_x"/>
                                          </p:val>
                                        </p:tav>
                                      </p:tavLst>
                                    </p:anim>
                                    <p:anim calcmode="lin" valueType="num">
                                      <p:cBhvr>
                                        <p:cTn id="19" dur="550" decel="100000" fill="hold"/>
                                        <p:tgtEl>
                                          <p:spTgt spid="6"/>
                                        </p:tgtEl>
                                        <p:attrNameLst>
                                          <p:attrName>ppt_y</p:attrName>
                                        </p:attrNameLst>
                                      </p:cBhvr>
                                      <p:tavLst>
                                        <p:tav tm="0">
                                          <p:val>
                                            <p:strVal val="#ppt_y+.035"/>
                                          </p:val>
                                        </p:tav>
                                        <p:tav tm="100000">
                                          <p:val>
                                            <p:strVal val="#ppt_y"/>
                                          </p:val>
                                        </p:tav>
                                      </p:tavLst>
                                    </p:anim>
                                  </p:childTnLst>
                                </p:cTn>
                              </p:par>
                              <p:par>
                                <p:cTn id="20" presetID="42" presetClass="entr" presetSubtype="0" fill="hold" grpId="0" nodeType="withEffect">
                                  <p:stCondLst>
                                    <p:cond delay="2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decel="100000" fill="hold"/>
                                        <p:tgtEl>
                                          <p:spTgt spid="7"/>
                                        </p:tgtEl>
                                        <p:attrNameLst>
                                          <p:attrName>ppt_x</p:attrName>
                                        </p:attrNameLst>
                                      </p:cBhvr>
                                      <p:tavLst>
                                        <p:tav tm="0">
                                          <p:val>
                                            <p:strVal val="#ppt_x"/>
                                          </p:val>
                                        </p:tav>
                                        <p:tav tm="100000">
                                          <p:val>
                                            <p:strVal val="#ppt_x"/>
                                          </p:val>
                                        </p:tav>
                                      </p:tavLst>
                                    </p:anim>
                                    <p:anim calcmode="lin" valueType="num">
                                      <p:cBhvr>
                                        <p:cTn id="24" dur="550" decel="100000" fill="hold"/>
                                        <p:tgtEl>
                                          <p:spTgt spid="7"/>
                                        </p:tgtEl>
                                        <p:attrNameLst>
                                          <p:attrName>ppt_y</p:attrName>
                                        </p:attrNameLst>
                                      </p:cBhvr>
                                      <p:tavLst>
                                        <p:tav tm="0">
                                          <p:val>
                                            <p:strVal val="#ppt_y+.035"/>
                                          </p:val>
                                        </p:tav>
                                        <p:tav tm="100000">
                                          <p:val>
                                            <p:strVal val="#ppt_y"/>
                                          </p:val>
                                        </p:tav>
                                      </p:tavLst>
                                    </p:anim>
                                  </p:childTnLst>
                                </p:cTn>
                              </p:par>
                              <p:par>
                                <p:cTn id="25" presetID="42" presetClass="entr" presetSubtype="0" fill="hold" nodeType="withEffect">
                                  <p:stCondLst>
                                    <p:cond delay="25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decel="100000" fill="hold"/>
                                        <p:tgtEl>
                                          <p:spTgt spid="8"/>
                                        </p:tgtEl>
                                        <p:attrNameLst>
                                          <p:attrName>ppt_x</p:attrName>
                                        </p:attrNameLst>
                                      </p:cBhvr>
                                      <p:tavLst>
                                        <p:tav tm="0">
                                          <p:val>
                                            <p:strVal val="#ppt_x"/>
                                          </p:val>
                                        </p:tav>
                                        <p:tav tm="100000">
                                          <p:val>
                                            <p:strVal val="#ppt_x"/>
                                          </p:val>
                                        </p:tav>
                                      </p:tavLst>
                                    </p:anim>
                                    <p:anim calcmode="lin" valueType="num">
                                      <p:cBhvr>
                                        <p:cTn id="29" dur="550" decel="100000" fill="hold"/>
                                        <p:tgtEl>
                                          <p:spTgt spid="8"/>
                                        </p:tgtEl>
                                        <p:attrNameLst>
                                          <p:attrName>ppt_y</p:attrName>
                                        </p:attrNameLst>
                                      </p:cBhvr>
                                      <p:tavLst>
                                        <p:tav tm="0">
                                          <p:val>
                                            <p:strVal val="#ppt_y+.035"/>
                                          </p:val>
                                        </p:tav>
                                        <p:tav tm="100000">
                                          <p:val>
                                            <p:strVal val="#ppt_y"/>
                                          </p:val>
                                        </p:tav>
                                      </p:tavLst>
                                    </p:anim>
                                  </p:childTnLst>
                                </p:cTn>
                              </p:par>
                              <p:par>
                                <p:cTn id="30" presetID="42" presetClass="entr" presetSubtype="0" fill="hold" grpId="0" nodeType="withEffect">
                                  <p:stCondLst>
                                    <p:cond delay="47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p:cTn id="33" dur="550" decel="100000" fill="hold"/>
                                        <p:tgtEl>
                                          <p:spTgt spid="9"/>
                                        </p:tgtEl>
                                        <p:attrNameLst>
                                          <p:attrName>ppt_x</p:attrName>
                                        </p:attrNameLst>
                                      </p:cBhvr>
                                      <p:tavLst>
                                        <p:tav tm="0">
                                          <p:val>
                                            <p:strVal val="#ppt_x"/>
                                          </p:val>
                                        </p:tav>
                                        <p:tav tm="100000">
                                          <p:val>
                                            <p:strVal val="#ppt_x"/>
                                          </p:val>
                                        </p:tav>
                                      </p:tavLst>
                                    </p:anim>
                                    <p:anim calcmode="lin" valueType="num">
                                      <p:cBhvr>
                                        <p:cTn id="34" dur="550" decel="100000" fill="hold"/>
                                        <p:tgtEl>
                                          <p:spTgt spid="9"/>
                                        </p:tgtEl>
                                        <p:attrNameLst>
                                          <p:attrName>ppt_y</p:attrName>
                                        </p:attrNameLst>
                                      </p:cBhvr>
                                      <p:tavLst>
                                        <p:tav tm="0">
                                          <p:val>
                                            <p:strVal val="#ppt_y+.035"/>
                                          </p:val>
                                        </p:tav>
                                        <p:tav tm="100000">
                                          <p:val>
                                            <p:strVal val="#ppt_y"/>
                                          </p:val>
                                        </p:tav>
                                      </p:tavLst>
                                    </p:anim>
                                  </p:childTnLst>
                                </p:cTn>
                              </p:par>
                              <p:par>
                                <p:cTn id="35" presetID="42" presetClass="entr" presetSubtype="0" fill="hold" grpId="0" nodeType="withEffect">
                                  <p:stCondLst>
                                    <p:cond delay="47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p:cTn id="38" dur="550" decel="100000" fill="hold"/>
                                        <p:tgtEl>
                                          <p:spTgt spid="10"/>
                                        </p:tgtEl>
                                        <p:attrNameLst>
                                          <p:attrName>ppt_x</p:attrName>
                                        </p:attrNameLst>
                                      </p:cBhvr>
                                      <p:tavLst>
                                        <p:tav tm="0">
                                          <p:val>
                                            <p:strVal val="#ppt_x"/>
                                          </p:val>
                                        </p:tav>
                                        <p:tav tm="100000">
                                          <p:val>
                                            <p:strVal val="#ppt_x"/>
                                          </p:val>
                                        </p:tav>
                                      </p:tavLst>
                                    </p:anim>
                                    <p:anim calcmode="lin" valueType="num">
                                      <p:cBhvr>
                                        <p:cTn id="39" dur="550" decel="100000" fill="hold"/>
                                        <p:tgtEl>
                                          <p:spTgt spid="10"/>
                                        </p:tgtEl>
                                        <p:attrNameLst>
                                          <p:attrName>ppt_y</p:attrName>
                                        </p:attrNameLst>
                                      </p:cBhvr>
                                      <p:tavLst>
                                        <p:tav tm="0">
                                          <p:val>
                                            <p:strVal val="#ppt_y+.035"/>
                                          </p:val>
                                        </p:tav>
                                        <p:tav tm="100000">
                                          <p:val>
                                            <p:strVal val="#ppt_y"/>
                                          </p:val>
                                        </p:tav>
                                      </p:tavLst>
                                    </p:anim>
                                  </p:childTnLst>
                                </p:cTn>
                              </p:par>
                              <p:par>
                                <p:cTn id="40" presetID="42" presetClass="entr" presetSubtype="0" fill="hold" grpId="0" nodeType="withEffect">
                                  <p:stCondLst>
                                    <p:cond delay="47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50"/>
                                        <p:tgtEl>
                                          <p:spTgt spid="17"/>
                                        </p:tgtEl>
                                      </p:cBhvr>
                                    </p:animEffect>
                                    <p:anim calcmode="lin" valueType="num">
                                      <p:cBhvr>
                                        <p:cTn id="43" dur="550" decel="100000" fill="hold"/>
                                        <p:tgtEl>
                                          <p:spTgt spid="17"/>
                                        </p:tgtEl>
                                        <p:attrNameLst>
                                          <p:attrName>ppt_x</p:attrName>
                                        </p:attrNameLst>
                                      </p:cBhvr>
                                      <p:tavLst>
                                        <p:tav tm="0">
                                          <p:val>
                                            <p:strVal val="#ppt_x"/>
                                          </p:val>
                                        </p:tav>
                                        <p:tav tm="100000">
                                          <p:val>
                                            <p:strVal val="#ppt_x"/>
                                          </p:val>
                                        </p:tav>
                                      </p:tavLst>
                                    </p:anim>
                                    <p:anim calcmode="lin" valueType="num">
                                      <p:cBhvr>
                                        <p:cTn id="44" dur="550" decel="100000" fill="hold"/>
                                        <p:tgtEl>
                                          <p:spTgt spid="17"/>
                                        </p:tgtEl>
                                        <p:attrNameLst>
                                          <p:attrName>ppt_y</p:attrName>
                                        </p:attrNameLst>
                                      </p:cBhvr>
                                      <p:tavLst>
                                        <p:tav tm="0">
                                          <p:val>
                                            <p:strVal val="#ppt_y+.035"/>
                                          </p:val>
                                        </p:tav>
                                        <p:tav tm="100000">
                                          <p:val>
                                            <p:strVal val="#ppt_y"/>
                                          </p:val>
                                        </p:tav>
                                      </p:tavLst>
                                    </p:anim>
                                  </p:childTnLst>
                                </p:cTn>
                              </p:par>
                              <p:par>
                                <p:cTn id="45" presetID="42" presetClass="entr" presetSubtype="0" fill="hold" grpId="0" nodeType="withEffect">
                                  <p:stCondLst>
                                    <p:cond delay="47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50"/>
                                        <p:tgtEl>
                                          <p:spTgt spid="18"/>
                                        </p:tgtEl>
                                      </p:cBhvr>
                                    </p:animEffect>
                                    <p:anim calcmode="lin" valueType="num">
                                      <p:cBhvr>
                                        <p:cTn id="48" dur="550" decel="100000" fill="hold"/>
                                        <p:tgtEl>
                                          <p:spTgt spid="18"/>
                                        </p:tgtEl>
                                        <p:attrNameLst>
                                          <p:attrName>ppt_x</p:attrName>
                                        </p:attrNameLst>
                                      </p:cBhvr>
                                      <p:tavLst>
                                        <p:tav tm="0">
                                          <p:val>
                                            <p:strVal val="#ppt_x"/>
                                          </p:val>
                                        </p:tav>
                                        <p:tav tm="100000">
                                          <p:val>
                                            <p:strVal val="#ppt_x"/>
                                          </p:val>
                                        </p:tav>
                                      </p:tavLst>
                                    </p:anim>
                                    <p:anim calcmode="lin" valueType="num">
                                      <p:cBhvr>
                                        <p:cTn id="49" dur="550" decel="100000" fill="hold"/>
                                        <p:tgtEl>
                                          <p:spTgt spid="18"/>
                                        </p:tgtEl>
                                        <p:attrNameLst>
                                          <p:attrName>ppt_y</p:attrName>
                                        </p:attrNameLst>
                                      </p:cBhvr>
                                      <p:tavLst>
                                        <p:tav tm="0">
                                          <p:val>
                                            <p:strVal val="#ppt_y+.035"/>
                                          </p:val>
                                        </p:tav>
                                        <p:tav tm="100000">
                                          <p:val>
                                            <p:strVal val="#ppt_y"/>
                                          </p:val>
                                        </p:tav>
                                      </p:tavLst>
                                    </p:anim>
                                  </p:childTnLst>
                                </p:cTn>
                              </p:par>
                              <p:par>
                                <p:cTn id="50" presetID="42" presetClass="entr" presetSubtype="0" fill="hold" grpId="0" nodeType="withEffect">
                                  <p:stCondLst>
                                    <p:cond delay="47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50"/>
                                        <p:tgtEl>
                                          <p:spTgt spid="19"/>
                                        </p:tgtEl>
                                      </p:cBhvr>
                                    </p:animEffect>
                                    <p:anim calcmode="lin" valueType="num">
                                      <p:cBhvr>
                                        <p:cTn id="53" dur="550" decel="100000" fill="hold"/>
                                        <p:tgtEl>
                                          <p:spTgt spid="19"/>
                                        </p:tgtEl>
                                        <p:attrNameLst>
                                          <p:attrName>ppt_x</p:attrName>
                                        </p:attrNameLst>
                                      </p:cBhvr>
                                      <p:tavLst>
                                        <p:tav tm="0">
                                          <p:val>
                                            <p:strVal val="#ppt_x"/>
                                          </p:val>
                                        </p:tav>
                                        <p:tav tm="100000">
                                          <p:val>
                                            <p:strVal val="#ppt_x"/>
                                          </p:val>
                                        </p:tav>
                                      </p:tavLst>
                                    </p:anim>
                                    <p:anim calcmode="lin" valueType="num">
                                      <p:cBhvr>
                                        <p:cTn id="54" dur="550" decel="100000" fill="hold"/>
                                        <p:tgtEl>
                                          <p:spTgt spid="19"/>
                                        </p:tgtEl>
                                        <p:attrNameLst>
                                          <p:attrName>ppt_y</p:attrName>
                                        </p:attrNameLst>
                                      </p:cBhvr>
                                      <p:tavLst>
                                        <p:tav tm="0">
                                          <p:val>
                                            <p:strVal val="#ppt_y+.035"/>
                                          </p:val>
                                        </p:tav>
                                        <p:tav tm="100000">
                                          <p:val>
                                            <p:strVal val="#ppt_y"/>
                                          </p:val>
                                        </p:tav>
                                      </p:tavLst>
                                    </p:anim>
                                  </p:childTnLst>
                                </p:cTn>
                              </p:par>
                              <p:par>
                                <p:cTn id="55" presetID="42" presetClass="entr" presetSubtype="0" fill="hold" grpId="0" nodeType="withEffect">
                                  <p:stCondLst>
                                    <p:cond delay="47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50"/>
                                        <p:tgtEl>
                                          <p:spTgt spid="20"/>
                                        </p:tgtEl>
                                      </p:cBhvr>
                                    </p:animEffect>
                                    <p:anim calcmode="lin" valueType="num">
                                      <p:cBhvr>
                                        <p:cTn id="58" dur="550" decel="100000" fill="hold"/>
                                        <p:tgtEl>
                                          <p:spTgt spid="20"/>
                                        </p:tgtEl>
                                        <p:attrNameLst>
                                          <p:attrName>ppt_x</p:attrName>
                                        </p:attrNameLst>
                                      </p:cBhvr>
                                      <p:tavLst>
                                        <p:tav tm="0">
                                          <p:val>
                                            <p:strVal val="#ppt_x"/>
                                          </p:val>
                                        </p:tav>
                                        <p:tav tm="100000">
                                          <p:val>
                                            <p:strVal val="#ppt_x"/>
                                          </p:val>
                                        </p:tav>
                                      </p:tavLst>
                                    </p:anim>
                                    <p:anim calcmode="lin" valueType="num">
                                      <p:cBhvr>
                                        <p:cTn id="59" dur="550" decel="100000" fill="hold"/>
                                        <p:tgtEl>
                                          <p:spTgt spid="20"/>
                                        </p:tgtEl>
                                        <p:attrNameLst>
                                          <p:attrName>ppt_y</p:attrName>
                                        </p:attrNameLst>
                                      </p:cBhvr>
                                      <p:tavLst>
                                        <p:tav tm="0">
                                          <p:val>
                                            <p:strVal val="#ppt_y+.035"/>
                                          </p:val>
                                        </p:tav>
                                        <p:tav tm="100000">
                                          <p:val>
                                            <p:strVal val="#ppt_y"/>
                                          </p:val>
                                        </p:tav>
                                      </p:tavLst>
                                    </p:anim>
                                  </p:childTnLst>
                                </p:cTn>
                              </p:par>
                              <p:par>
                                <p:cTn id="60" presetID="42" presetClass="entr" presetSubtype="0" fill="hold" grpId="0" nodeType="withEffect">
                                  <p:stCondLst>
                                    <p:cond delay="690"/>
                                  </p:stCondLst>
                                  <p:childTnLst>
                                    <p:set>
                                      <p:cBhvr>
                                        <p:cTn id="61" dur="1" fill="hold">
                                          <p:stCondLst>
                                            <p:cond delay="0"/>
                                          </p:stCondLst>
                                        </p:cTn>
                                        <p:tgtEl>
                                          <p:spTgt spid="11"/>
                                        </p:tgtEl>
                                        <p:attrNameLst>
                                          <p:attrName>style.visibility</p:attrName>
                                        </p:attrNameLst>
                                      </p:cBhvr>
                                      <p:to>
                                        <p:strVal val="visible"/>
                                      </p:to>
                                    </p:set>
                                    <p:animEffect transition="in" filter="fade">
                                      <p:cBhvr>
                                        <p:cTn id="62" dur="550"/>
                                        <p:tgtEl>
                                          <p:spTgt spid="11"/>
                                        </p:tgtEl>
                                      </p:cBhvr>
                                    </p:animEffect>
                                    <p:anim calcmode="lin" valueType="num">
                                      <p:cBhvr>
                                        <p:cTn id="63" dur="550" decel="100000" fill="hold"/>
                                        <p:tgtEl>
                                          <p:spTgt spid="11"/>
                                        </p:tgtEl>
                                        <p:attrNameLst>
                                          <p:attrName>ppt_x</p:attrName>
                                        </p:attrNameLst>
                                      </p:cBhvr>
                                      <p:tavLst>
                                        <p:tav tm="0">
                                          <p:val>
                                            <p:strVal val="#ppt_x"/>
                                          </p:val>
                                        </p:tav>
                                        <p:tav tm="100000">
                                          <p:val>
                                            <p:strVal val="#ppt_x"/>
                                          </p:val>
                                        </p:tav>
                                      </p:tavLst>
                                    </p:anim>
                                    <p:anim calcmode="lin" valueType="num">
                                      <p:cBhvr>
                                        <p:cTn id="64" dur="550" decel="100000" fill="hold"/>
                                        <p:tgtEl>
                                          <p:spTgt spid="11"/>
                                        </p:tgtEl>
                                        <p:attrNameLst>
                                          <p:attrName>ppt_y</p:attrName>
                                        </p:attrNameLst>
                                      </p:cBhvr>
                                      <p:tavLst>
                                        <p:tav tm="0">
                                          <p:val>
                                            <p:strVal val="#ppt_y+.035"/>
                                          </p:val>
                                        </p:tav>
                                        <p:tav tm="100000">
                                          <p:val>
                                            <p:strVal val="#ppt_y"/>
                                          </p:val>
                                        </p:tav>
                                      </p:tavLst>
                                    </p:anim>
                                  </p:childTnLst>
                                </p:cTn>
                              </p:par>
                              <p:par>
                                <p:cTn id="65" presetID="42" presetClass="entr" presetSubtype="0" fill="hold" grpId="0" nodeType="withEffect">
                                  <p:stCondLst>
                                    <p:cond delay="69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550"/>
                                        <p:tgtEl>
                                          <p:spTgt spid="12"/>
                                        </p:tgtEl>
                                      </p:cBhvr>
                                    </p:animEffect>
                                    <p:anim calcmode="lin" valueType="num">
                                      <p:cBhvr>
                                        <p:cTn id="68" dur="550" decel="100000" fill="hold"/>
                                        <p:tgtEl>
                                          <p:spTgt spid="12"/>
                                        </p:tgtEl>
                                        <p:attrNameLst>
                                          <p:attrName>ppt_x</p:attrName>
                                        </p:attrNameLst>
                                      </p:cBhvr>
                                      <p:tavLst>
                                        <p:tav tm="0">
                                          <p:val>
                                            <p:strVal val="#ppt_x"/>
                                          </p:val>
                                        </p:tav>
                                        <p:tav tm="100000">
                                          <p:val>
                                            <p:strVal val="#ppt_x"/>
                                          </p:val>
                                        </p:tav>
                                      </p:tavLst>
                                    </p:anim>
                                    <p:anim calcmode="lin" valueType="num">
                                      <p:cBhvr>
                                        <p:cTn id="69" dur="550" decel="100000" fill="hold"/>
                                        <p:tgtEl>
                                          <p:spTgt spid="12"/>
                                        </p:tgtEl>
                                        <p:attrNameLst>
                                          <p:attrName>ppt_y</p:attrName>
                                        </p:attrNameLst>
                                      </p:cBhvr>
                                      <p:tavLst>
                                        <p:tav tm="0">
                                          <p:val>
                                            <p:strVal val="#ppt_y+.035"/>
                                          </p:val>
                                        </p:tav>
                                        <p:tav tm="100000">
                                          <p:val>
                                            <p:strVal val="#ppt_y"/>
                                          </p:val>
                                        </p:tav>
                                      </p:tavLst>
                                    </p:anim>
                                  </p:childTnLst>
                                </p:cTn>
                              </p:par>
                              <p:par>
                                <p:cTn id="70" presetID="42" presetClass="entr" presetSubtype="0" fill="hold" grpId="0" nodeType="withEffect">
                                  <p:stCondLst>
                                    <p:cond delay="69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50"/>
                                        <p:tgtEl>
                                          <p:spTgt spid="21"/>
                                        </p:tgtEl>
                                      </p:cBhvr>
                                    </p:animEffect>
                                    <p:anim calcmode="lin" valueType="num">
                                      <p:cBhvr>
                                        <p:cTn id="73" dur="550" decel="100000" fill="hold"/>
                                        <p:tgtEl>
                                          <p:spTgt spid="21"/>
                                        </p:tgtEl>
                                        <p:attrNameLst>
                                          <p:attrName>ppt_x</p:attrName>
                                        </p:attrNameLst>
                                      </p:cBhvr>
                                      <p:tavLst>
                                        <p:tav tm="0">
                                          <p:val>
                                            <p:strVal val="#ppt_x"/>
                                          </p:val>
                                        </p:tav>
                                        <p:tav tm="100000">
                                          <p:val>
                                            <p:strVal val="#ppt_x"/>
                                          </p:val>
                                        </p:tav>
                                      </p:tavLst>
                                    </p:anim>
                                    <p:anim calcmode="lin" valueType="num">
                                      <p:cBhvr>
                                        <p:cTn id="74" dur="550" decel="100000" fill="hold"/>
                                        <p:tgtEl>
                                          <p:spTgt spid="21"/>
                                        </p:tgtEl>
                                        <p:attrNameLst>
                                          <p:attrName>ppt_y</p:attrName>
                                        </p:attrNameLst>
                                      </p:cBhvr>
                                      <p:tavLst>
                                        <p:tav tm="0">
                                          <p:val>
                                            <p:strVal val="#ppt_y+.035"/>
                                          </p:val>
                                        </p:tav>
                                        <p:tav tm="100000">
                                          <p:val>
                                            <p:strVal val="#ppt_y"/>
                                          </p:val>
                                        </p:tav>
                                      </p:tavLst>
                                    </p:anim>
                                  </p:childTnLst>
                                </p:cTn>
                              </p:par>
                              <p:par>
                                <p:cTn id="75" presetID="42" presetClass="entr" presetSubtype="0" fill="hold" grpId="0" nodeType="withEffect">
                                  <p:stCondLst>
                                    <p:cond delay="69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550"/>
                                        <p:tgtEl>
                                          <p:spTgt spid="22"/>
                                        </p:tgtEl>
                                      </p:cBhvr>
                                    </p:animEffect>
                                    <p:anim calcmode="lin" valueType="num">
                                      <p:cBhvr>
                                        <p:cTn id="78" dur="550" decel="100000" fill="hold"/>
                                        <p:tgtEl>
                                          <p:spTgt spid="22"/>
                                        </p:tgtEl>
                                        <p:attrNameLst>
                                          <p:attrName>ppt_x</p:attrName>
                                        </p:attrNameLst>
                                      </p:cBhvr>
                                      <p:tavLst>
                                        <p:tav tm="0">
                                          <p:val>
                                            <p:strVal val="#ppt_x"/>
                                          </p:val>
                                        </p:tav>
                                        <p:tav tm="100000">
                                          <p:val>
                                            <p:strVal val="#ppt_x"/>
                                          </p:val>
                                        </p:tav>
                                      </p:tavLst>
                                    </p:anim>
                                    <p:anim calcmode="lin" valueType="num">
                                      <p:cBhvr>
                                        <p:cTn id="79" dur="550" decel="100000" fill="hold"/>
                                        <p:tgtEl>
                                          <p:spTgt spid="22"/>
                                        </p:tgtEl>
                                        <p:attrNameLst>
                                          <p:attrName>ppt_y</p:attrName>
                                        </p:attrNameLst>
                                      </p:cBhvr>
                                      <p:tavLst>
                                        <p:tav tm="0">
                                          <p:val>
                                            <p:strVal val="#ppt_y+.035"/>
                                          </p:val>
                                        </p:tav>
                                        <p:tav tm="100000">
                                          <p:val>
                                            <p:strVal val="#ppt_y"/>
                                          </p:val>
                                        </p:tav>
                                      </p:tavLst>
                                    </p:anim>
                                  </p:childTnLst>
                                </p:cTn>
                              </p:par>
                              <p:par>
                                <p:cTn id="80" presetID="42" presetClass="entr" presetSubtype="0" fill="hold" grpId="0" nodeType="withEffect">
                                  <p:stCondLst>
                                    <p:cond delay="69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550"/>
                                        <p:tgtEl>
                                          <p:spTgt spid="23"/>
                                        </p:tgtEl>
                                      </p:cBhvr>
                                    </p:animEffect>
                                    <p:anim calcmode="lin" valueType="num">
                                      <p:cBhvr>
                                        <p:cTn id="83" dur="550" decel="100000" fill="hold"/>
                                        <p:tgtEl>
                                          <p:spTgt spid="23"/>
                                        </p:tgtEl>
                                        <p:attrNameLst>
                                          <p:attrName>ppt_x</p:attrName>
                                        </p:attrNameLst>
                                      </p:cBhvr>
                                      <p:tavLst>
                                        <p:tav tm="0">
                                          <p:val>
                                            <p:strVal val="#ppt_x"/>
                                          </p:val>
                                        </p:tav>
                                        <p:tav tm="100000">
                                          <p:val>
                                            <p:strVal val="#ppt_x"/>
                                          </p:val>
                                        </p:tav>
                                      </p:tavLst>
                                    </p:anim>
                                    <p:anim calcmode="lin" valueType="num">
                                      <p:cBhvr>
                                        <p:cTn id="84" dur="550" decel="100000" fill="hold"/>
                                        <p:tgtEl>
                                          <p:spTgt spid="23"/>
                                        </p:tgtEl>
                                        <p:attrNameLst>
                                          <p:attrName>ppt_y</p:attrName>
                                        </p:attrNameLst>
                                      </p:cBhvr>
                                      <p:tavLst>
                                        <p:tav tm="0">
                                          <p:val>
                                            <p:strVal val="#ppt_y+.035"/>
                                          </p:val>
                                        </p:tav>
                                        <p:tav tm="100000">
                                          <p:val>
                                            <p:strVal val="#ppt_y"/>
                                          </p:val>
                                        </p:tav>
                                      </p:tavLst>
                                    </p:anim>
                                  </p:childTnLst>
                                </p:cTn>
                              </p:par>
                              <p:par>
                                <p:cTn id="85" presetID="42" presetClass="entr" presetSubtype="0" fill="hold" grpId="0" nodeType="withEffect">
                                  <p:stCondLst>
                                    <p:cond delay="69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550"/>
                                        <p:tgtEl>
                                          <p:spTgt spid="24"/>
                                        </p:tgtEl>
                                      </p:cBhvr>
                                    </p:animEffect>
                                    <p:anim calcmode="lin" valueType="num">
                                      <p:cBhvr>
                                        <p:cTn id="88" dur="550" decel="100000" fill="hold"/>
                                        <p:tgtEl>
                                          <p:spTgt spid="24"/>
                                        </p:tgtEl>
                                        <p:attrNameLst>
                                          <p:attrName>ppt_x</p:attrName>
                                        </p:attrNameLst>
                                      </p:cBhvr>
                                      <p:tavLst>
                                        <p:tav tm="0">
                                          <p:val>
                                            <p:strVal val="#ppt_x"/>
                                          </p:val>
                                        </p:tav>
                                        <p:tav tm="100000">
                                          <p:val>
                                            <p:strVal val="#ppt_x"/>
                                          </p:val>
                                        </p:tav>
                                      </p:tavLst>
                                    </p:anim>
                                    <p:anim calcmode="lin" valueType="num">
                                      <p:cBhvr>
                                        <p:cTn id="89" dur="550" decel="100000" fill="hold"/>
                                        <p:tgtEl>
                                          <p:spTgt spid="24"/>
                                        </p:tgtEl>
                                        <p:attrNameLst>
                                          <p:attrName>ppt_y</p:attrName>
                                        </p:attrNameLst>
                                      </p:cBhvr>
                                      <p:tavLst>
                                        <p:tav tm="0">
                                          <p:val>
                                            <p:strVal val="#ppt_y+.035"/>
                                          </p:val>
                                        </p:tav>
                                        <p:tav tm="100000">
                                          <p:val>
                                            <p:strVal val="#ppt_y"/>
                                          </p:val>
                                        </p:tav>
                                      </p:tavLst>
                                    </p:anim>
                                  </p:childTnLst>
                                </p:cTn>
                              </p:par>
                              <p:par>
                                <p:cTn id="90" presetID="42" presetClass="entr" presetSubtype="0" fill="hold" grpId="0" nodeType="withEffect">
                                  <p:stCondLst>
                                    <p:cond delay="910"/>
                                  </p:stCondLst>
                                  <p:childTnLst>
                                    <p:set>
                                      <p:cBhvr>
                                        <p:cTn id="91" dur="1" fill="hold">
                                          <p:stCondLst>
                                            <p:cond delay="0"/>
                                          </p:stCondLst>
                                        </p:cTn>
                                        <p:tgtEl>
                                          <p:spTgt spid="13"/>
                                        </p:tgtEl>
                                        <p:attrNameLst>
                                          <p:attrName>style.visibility</p:attrName>
                                        </p:attrNameLst>
                                      </p:cBhvr>
                                      <p:to>
                                        <p:strVal val="visible"/>
                                      </p:to>
                                    </p:set>
                                    <p:animEffect transition="in" filter="fade">
                                      <p:cBhvr>
                                        <p:cTn id="92" dur="550"/>
                                        <p:tgtEl>
                                          <p:spTgt spid="13"/>
                                        </p:tgtEl>
                                      </p:cBhvr>
                                    </p:animEffect>
                                    <p:anim calcmode="lin" valueType="num">
                                      <p:cBhvr>
                                        <p:cTn id="93" dur="550" decel="100000" fill="hold"/>
                                        <p:tgtEl>
                                          <p:spTgt spid="13"/>
                                        </p:tgtEl>
                                        <p:attrNameLst>
                                          <p:attrName>ppt_x</p:attrName>
                                        </p:attrNameLst>
                                      </p:cBhvr>
                                      <p:tavLst>
                                        <p:tav tm="0">
                                          <p:val>
                                            <p:strVal val="#ppt_x"/>
                                          </p:val>
                                        </p:tav>
                                        <p:tav tm="100000">
                                          <p:val>
                                            <p:strVal val="#ppt_x"/>
                                          </p:val>
                                        </p:tav>
                                      </p:tavLst>
                                    </p:anim>
                                    <p:anim calcmode="lin" valueType="num">
                                      <p:cBhvr>
                                        <p:cTn id="94" dur="550" decel="100000" fill="hold"/>
                                        <p:tgtEl>
                                          <p:spTgt spid="13"/>
                                        </p:tgtEl>
                                        <p:attrNameLst>
                                          <p:attrName>ppt_y</p:attrName>
                                        </p:attrNameLst>
                                      </p:cBhvr>
                                      <p:tavLst>
                                        <p:tav tm="0">
                                          <p:val>
                                            <p:strVal val="#ppt_y+.035"/>
                                          </p:val>
                                        </p:tav>
                                        <p:tav tm="100000">
                                          <p:val>
                                            <p:strVal val="#ppt_y"/>
                                          </p:val>
                                        </p:tav>
                                      </p:tavLst>
                                    </p:anim>
                                  </p:childTnLst>
                                </p:cTn>
                              </p:par>
                              <p:par>
                                <p:cTn id="95" presetID="42" presetClass="entr" presetSubtype="0" fill="hold" grpId="0" nodeType="withEffect">
                                  <p:stCondLst>
                                    <p:cond delay="910"/>
                                  </p:stCondLst>
                                  <p:childTnLst>
                                    <p:set>
                                      <p:cBhvr>
                                        <p:cTn id="96" dur="1" fill="hold">
                                          <p:stCondLst>
                                            <p:cond delay="0"/>
                                          </p:stCondLst>
                                        </p:cTn>
                                        <p:tgtEl>
                                          <p:spTgt spid="14"/>
                                        </p:tgtEl>
                                        <p:attrNameLst>
                                          <p:attrName>style.visibility</p:attrName>
                                        </p:attrNameLst>
                                      </p:cBhvr>
                                      <p:to>
                                        <p:strVal val="visible"/>
                                      </p:to>
                                    </p:set>
                                    <p:animEffect transition="in" filter="fade">
                                      <p:cBhvr>
                                        <p:cTn id="97" dur="550"/>
                                        <p:tgtEl>
                                          <p:spTgt spid="14"/>
                                        </p:tgtEl>
                                      </p:cBhvr>
                                    </p:animEffect>
                                    <p:anim calcmode="lin" valueType="num">
                                      <p:cBhvr>
                                        <p:cTn id="98" dur="550" decel="100000" fill="hold"/>
                                        <p:tgtEl>
                                          <p:spTgt spid="14"/>
                                        </p:tgtEl>
                                        <p:attrNameLst>
                                          <p:attrName>ppt_x</p:attrName>
                                        </p:attrNameLst>
                                      </p:cBhvr>
                                      <p:tavLst>
                                        <p:tav tm="0">
                                          <p:val>
                                            <p:strVal val="#ppt_x"/>
                                          </p:val>
                                        </p:tav>
                                        <p:tav tm="100000">
                                          <p:val>
                                            <p:strVal val="#ppt_x"/>
                                          </p:val>
                                        </p:tav>
                                      </p:tavLst>
                                    </p:anim>
                                    <p:anim calcmode="lin" valueType="num">
                                      <p:cBhvr>
                                        <p:cTn id="99" dur="550" decel="100000" fill="hold"/>
                                        <p:tgtEl>
                                          <p:spTgt spid="14"/>
                                        </p:tgtEl>
                                        <p:attrNameLst>
                                          <p:attrName>ppt_y</p:attrName>
                                        </p:attrNameLst>
                                      </p:cBhvr>
                                      <p:tavLst>
                                        <p:tav tm="0">
                                          <p:val>
                                            <p:strVal val="#ppt_y+.035"/>
                                          </p:val>
                                        </p:tav>
                                        <p:tav tm="100000">
                                          <p:val>
                                            <p:strVal val="#ppt_y"/>
                                          </p:val>
                                        </p:tav>
                                      </p:tavLst>
                                    </p:anim>
                                  </p:childTnLst>
                                </p:cTn>
                              </p:par>
                              <p:par>
                                <p:cTn id="100" presetID="42" presetClass="entr" presetSubtype="0" fill="hold" grpId="0" nodeType="withEffect">
                                  <p:stCondLst>
                                    <p:cond delay="91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550"/>
                                        <p:tgtEl>
                                          <p:spTgt spid="25"/>
                                        </p:tgtEl>
                                      </p:cBhvr>
                                    </p:animEffect>
                                    <p:anim calcmode="lin" valueType="num">
                                      <p:cBhvr>
                                        <p:cTn id="103" dur="550" decel="100000" fill="hold"/>
                                        <p:tgtEl>
                                          <p:spTgt spid="25"/>
                                        </p:tgtEl>
                                        <p:attrNameLst>
                                          <p:attrName>ppt_x</p:attrName>
                                        </p:attrNameLst>
                                      </p:cBhvr>
                                      <p:tavLst>
                                        <p:tav tm="0">
                                          <p:val>
                                            <p:strVal val="#ppt_x"/>
                                          </p:val>
                                        </p:tav>
                                        <p:tav tm="100000">
                                          <p:val>
                                            <p:strVal val="#ppt_x"/>
                                          </p:val>
                                        </p:tav>
                                      </p:tavLst>
                                    </p:anim>
                                    <p:anim calcmode="lin" valueType="num">
                                      <p:cBhvr>
                                        <p:cTn id="104" dur="550" decel="100000" fill="hold"/>
                                        <p:tgtEl>
                                          <p:spTgt spid="25"/>
                                        </p:tgtEl>
                                        <p:attrNameLst>
                                          <p:attrName>ppt_y</p:attrName>
                                        </p:attrNameLst>
                                      </p:cBhvr>
                                      <p:tavLst>
                                        <p:tav tm="0">
                                          <p:val>
                                            <p:strVal val="#ppt_y+.035"/>
                                          </p:val>
                                        </p:tav>
                                        <p:tav tm="100000">
                                          <p:val>
                                            <p:strVal val="#ppt_y"/>
                                          </p:val>
                                        </p:tav>
                                      </p:tavLst>
                                    </p:anim>
                                  </p:childTnLst>
                                </p:cTn>
                              </p:par>
                              <p:par>
                                <p:cTn id="105" presetID="42" presetClass="entr" presetSubtype="0" fill="hold" grpId="0" nodeType="withEffect">
                                  <p:stCondLst>
                                    <p:cond delay="91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550"/>
                                        <p:tgtEl>
                                          <p:spTgt spid="26"/>
                                        </p:tgtEl>
                                      </p:cBhvr>
                                    </p:animEffect>
                                    <p:anim calcmode="lin" valueType="num">
                                      <p:cBhvr>
                                        <p:cTn id="108" dur="550" decel="100000" fill="hold"/>
                                        <p:tgtEl>
                                          <p:spTgt spid="26"/>
                                        </p:tgtEl>
                                        <p:attrNameLst>
                                          <p:attrName>ppt_x</p:attrName>
                                        </p:attrNameLst>
                                      </p:cBhvr>
                                      <p:tavLst>
                                        <p:tav tm="0">
                                          <p:val>
                                            <p:strVal val="#ppt_x"/>
                                          </p:val>
                                        </p:tav>
                                        <p:tav tm="100000">
                                          <p:val>
                                            <p:strVal val="#ppt_x"/>
                                          </p:val>
                                        </p:tav>
                                      </p:tavLst>
                                    </p:anim>
                                    <p:anim calcmode="lin" valueType="num">
                                      <p:cBhvr>
                                        <p:cTn id="109" dur="550" decel="100000" fill="hold"/>
                                        <p:tgtEl>
                                          <p:spTgt spid="26"/>
                                        </p:tgtEl>
                                        <p:attrNameLst>
                                          <p:attrName>ppt_y</p:attrName>
                                        </p:attrNameLst>
                                      </p:cBhvr>
                                      <p:tavLst>
                                        <p:tav tm="0">
                                          <p:val>
                                            <p:strVal val="#ppt_y+.035"/>
                                          </p:val>
                                        </p:tav>
                                        <p:tav tm="100000">
                                          <p:val>
                                            <p:strVal val="#ppt_y"/>
                                          </p:val>
                                        </p:tav>
                                      </p:tavLst>
                                    </p:anim>
                                  </p:childTnLst>
                                </p:cTn>
                              </p:par>
                              <p:par>
                                <p:cTn id="110" presetID="42" presetClass="entr" presetSubtype="0" fill="hold" grpId="0" nodeType="withEffect">
                                  <p:stCondLst>
                                    <p:cond delay="91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p:cTn id="113" dur="550" decel="100000" fill="hold"/>
                                        <p:tgtEl>
                                          <p:spTgt spid="27"/>
                                        </p:tgtEl>
                                        <p:attrNameLst>
                                          <p:attrName>ppt_x</p:attrName>
                                        </p:attrNameLst>
                                      </p:cBhvr>
                                      <p:tavLst>
                                        <p:tav tm="0">
                                          <p:val>
                                            <p:strVal val="#ppt_x"/>
                                          </p:val>
                                        </p:tav>
                                        <p:tav tm="100000">
                                          <p:val>
                                            <p:strVal val="#ppt_x"/>
                                          </p:val>
                                        </p:tav>
                                      </p:tavLst>
                                    </p:anim>
                                    <p:anim calcmode="lin" valueType="num">
                                      <p:cBhvr>
                                        <p:cTn id="114" dur="550" decel="100000" fill="hold"/>
                                        <p:tgtEl>
                                          <p:spTgt spid="27"/>
                                        </p:tgtEl>
                                        <p:attrNameLst>
                                          <p:attrName>ppt_y</p:attrName>
                                        </p:attrNameLst>
                                      </p:cBhvr>
                                      <p:tavLst>
                                        <p:tav tm="0">
                                          <p:val>
                                            <p:strVal val="#ppt_y+.035"/>
                                          </p:val>
                                        </p:tav>
                                        <p:tav tm="100000">
                                          <p:val>
                                            <p:strVal val="#ppt_y"/>
                                          </p:val>
                                        </p:tav>
                                      </p:tavLst>
                                    </p:anim>
                                  </p:childTnLst>
                                </p:cTn>
                              </p:par>
                              <p:par>
                                <p:cTn id="115" presetID="42" presetClass="entr" presetSubtype="0" fill="hold" grpId="0" nodeType="withEffect">
                                  <p:stCondLst>
                                    <p:cond delay="91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550"/>
                                        <p:tgtEl>
                                          <p:spTgt spid="28"/>
                                        </p:tgtEl>
                                      </p:cBhvr>
                                    </p:animEffect>
                                    <p:anim calcmode="lin" valueType="num">
                                      <p:cBhvr>
                                        <p:cTn id="118" dur="550" decel="100000" fill="hold"/>
                                        <p:tgtEl>
                                          <p:spTgt spid="28"/>
                                        </p:tgtEl>
                                        <p:attrNameLst>
                                          <p:attrName>ppt_x</p:attrName>
                                        </p:attrNameLst>
                                      </p:cBhvr>
                                      <p:tavLst>
                                        <p:tav tm="0">
                                          <p:val>
                                            <p:strVal val="#ppt_x"/>
                                          </p:val>
                                        </p:tav>
                                        <p:tav tm="100000">
                                          <p:val>
                                            <p:strVal val="#ppt_x"/>
                                          </p:val>
                                        </p:tav>
                                      </p:tavLst>
                                    </p:anim>
                                    <p:anim calcmode="lin" valueType="num">
                                      <p:cBhvr>
                                        <p:cTn id="119" dur="550" decel="100000" fill="hold"/>
                                        <p:tgtEl>
                                          <p:spTgt spid="28"/>
                                        </p:tgtEl>
                                        <p:attrNameLst>
                                          <p:attrName>ppt_y</p:attrName>
                                        </p:attrNameLst>
                                      </p:cBhvr>
                                      <p:tavLst>
                                        <p:tav tm="0">
                                          <p:val>
                                            <p:strVal val="#ppt_y+.035"/>
                                          </p:val>
                                        </p:tav>
                                        <p:tav tm="100000">
                                          <p:val>
                                            <p:strVal val="#ppt_y"/>
                                          </p:val>
                                        </p:tav>
                                      </p:tavLst>
                                    </p:anim>
                                  </p:childTnLst>
                                </p:cTn>
                              </p:par>
                              <p:par>
                                <p:cTn id="120" presetID="42" presetClass="entr" presetSubtype="0" fill="hold" grpId="0" nodeType="withEffect">
                                  <p:stCondLst>
                                    <p:cond delay="1130"/>
                                  </p:stCondLst>
                                  <p:childTnLst>
                                    <p:set>
                                      <p:cBhvr>
                                        <p:cTn id="121" dur="1" fill="hold">
                                          <p:stCondLst>
                                            <p:cond delay="0"/>
                                          </p:stCondLst>
                                        </p:cTn>
                                        <p:tgtEl>
                                          <p:spTgt spid="15"/>
                                        </p:tgtEl>
                                        <p:attrNameLst>
                                          <p:attrName>style.visibility</p:attrName>
                                        </p:attrNameLst>
                                      </p:cBhvr>
                                      <p:to>
                                        <p:strVal val="visible"/>
                                      </p:to>
                                    </p:set>
                                    <p:animEffect transition="in" filter="fade">
                                      <p:cBhvr>
                                        <p:cTn id="122" dur="550"/>
                                        <p:tgtEl>
                                          <p:spTgt spid="15"/>
                                        </p:tgtEl>
                                      </p:cBhvr>
                                    </p:animEffect>
                                    <p:anim calcmode="lin" valueType="num">
                                      <p:cBhvr>
                                        <p:cTn id="123" dur="550" decel="100000" fill="hold"/>
                                        <p:tgtEl>
                                          <p:spTgt spid="15"/>
                                        </p:tgtEl>
                                        <p:attrNameLst>
                                          <p:attrName>ppt_x</p:attrName>
                                        </p:attrNameLst>
                                      </p:cBhvr>
                                      <p:tavLst>
                                        <p:tav tm="0">
                                          <p:val>
                                            <p:strVal val="#ppt_x"/>
                                          </p:val>
                                        </p:tav>
                                        <p:tav tm="100000">
                                          <p:val>
                                            <p:strVal val="#ppt_x"/>
                                          </p:val>
                                        </p:tav>
                                      </p:tavLst>
                                    </p:anim>
                                    <p:anim calcmode="lin" valueType="num">
                                      <p:cBhvr>
                                        <p:cTn id="124" dur="550" decel="100000" fill="hold"/>
                                        <p:tgtEl>
                                          <p:spTgt spid="15"/>
                                        </p:tgtEl>
                                        <p:attrNameLst>
                                          <p:attrName>ppt_y</p:attrName>
                                        </p:attrNameLst>
                                      </p:cBhvr>
                                      <p:tavLst>
                                        <p:tav tm="0">
                                          <p:val>
                                            <p:strVal val="#ppt_y+.035"/>
                                          </p:val>
                                        </p:tav>
                                        <p:tav tm="100000">
                                          <p:val>
                                            <p:strVal val="#ppt_y"/>
                                          </p:val>
                                        </p:tav>
                                      </p:tavLst>
                                    </p:anim>
                                  </p:childTnLst>
                                </p:cTn>
                              </p:par>
                              <p:par>
                                <p:cTn id="125" presetID="42" presetClass="entr" presetSubtype="0" fill="hold" grpId="0" nodeType="withEffect">
                                  <p:stCondLst>
                                    <p:cond delay="1130"/>
                                  </p:stCondLst>
                                  <p:childTnLst>
                                    <p:set>
                                      <p:cBhvr>
                                        <p:cTn id="126" dur="1" fill="hold">
                                          <p:stCondLst>
                                            <p:cond delay="0"/>
                                          </p:stCondLst>
                                        </p:cTn>
                                        <p:tgtEl>
                                          <p:spTgt spid="16"/>
                                        </p:tgtEl>
                                        <p:attrNameLst>
                                          <p:attrName>style.visibility</p:attrName>
                                        </p:attrNameLst>
                                      </p:cBhvr>
                                      <p:to>
                                        <p:strVal val="visible"/>
                                      </p:to>
                                    </p:set>
                                    <p:animEffect transition="in" filter="fade">
                                      <p:cBhvr>
                                        <p:cTn id="127" dur="550"/>
                                        <p:tgtEl>
                                          <p:spTgt spid="16"/>
                                        </p:tgtEl>
                                      </p:cBhvr>
                                    </p:animEffect>
                                    <p:anim calcmode="lin" valueType="num">
                                      <p:cBhvr>
                                        <p:cTn id="128" dur="550" decel="100000" fill="hold"/>
                                        <p:tgtEl>
                                          <p:spTgt spid="16"/>
                                        </p:tgtEl>
                                        <p:attrNameLst>
                                          <p:attrName>ppt_x</p:attrName>
                                        </p:attrNameLst>
                                      </p:cBhvr>
                                      <p:tavLst>
                                        <p:tav tm="0">
                                          <p:val>
                                            <p:strVal val="#ppt_x"/>
                                          </p:val>
                                        </p:tav>
                                        <p:tav tm="100000">
                                          <p:val>
                                            <p:strVal val="#ppt_x"/>
                                          </p:val>
                                        </p:tav>
                                      </p:tavLst>
                                    </p:anim>
                                    <p:anim calcmode="lin" valueType="num">
                                      <p:cBhvr>
                                        <p:cTn id="129" dur="550" decel="100000" fill="hold"/>
                                        <p:tgtEl>
                                          <p:spTgt spid="16"/>
                                        </p:tgtEl>
                                        <p:attrNameLst>
                                          <p:attrName>ppt_y</p:attrName>
                                        </p:attrNameLst>
                                      </p:cBhvr>
                                      <p:tavLst>
                                        <p:tav tm="0">
                                          <p:val>
                                            <p:strVal val="#ppt_y+.035"/>
                                          </p:val>
                                        </p:tav>
                                        <p:tav tm="100000">
                                          <p:val>
                                            <p:strVal val="#ppt_y"/>
                                          </p:val>
                                        </p:tav>
                                      </p:tavLst>
                                    </p:anim>
                                  </p:childTnLst>
                                </p:cTn>
                              </p:par>
                              <p:par>
                                <p:cTn id="130" presetID="42" presetClass="entr" presetSubtype="0" fill="hold" grpId="0" nodeType="withEffect">
                                  <p:stCondLst>
                                    <p:cond delay="113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550"/>
                                        <p:tgtEl>
                                          <p:spTgt spid="29"/>
                                        </p:tgtEl>
                                      </p:cBhvr>
                                    </p:animEffect>
                                    <p:anim calcmode="lin" valueType="num">
                                      <p:cBhvr>
                                        <p:cTn id="133" dur="550" decel="100000" fill="hold"/>
                                        <p:tgtEl>
                                          <p:spTgt spid="29"/>
                                        </p:tgtEl>
                                        <p:attrNameLst>
                                          <p:attrName>ppt_x</p:attrName>
                                        </p:attrNameLst>
                                      </p:cBhvr>
                                      <p:tavLst>
                                        <p:tav tm="0">
                                          <p:val>
                                            <p:strVal val="#ppt_x"/>
                                          </p:val>
                                        </p:tav>
                                        <p:tav tm="100000">
                                          <p:val>
                                            <p:strVal val="#ppt_x"/>
                                          </p:val>
                                        </p:tav>
                                      </p:tavLst>
                                    </p:anim>
                                    <p:anim calcmode="lin" valueType="num">
                                      <p:cBhvr>
                                        <p:cTn id="134" dur="550" decel="100000" fill="hold"/>
                                        <p:tgtEl>
                                          <p:spTgt spid="29"/>
                                        </p:tgtEl>
                                        <p:attrNameLst>
                                          <p:attrName>ppt_y</p:attrName>
                                        </p:attrNameLst>
                                      </p:cBhvr>
                                      <p:tavLst>
                                        <p:tav tm="0">
                                          <p:val>
                                            <p:strVal val="#ppt_y+.035"/>
                                          </p:val>
                                        </p:tav>
                                        <p:tav tm="100000">
                                          <p:val>
                                            <p:strVal val="#ppt_y"/>
                                          </p:val>
                                        </p:tav>
                                      </p:tavLst>
                                    </p:anim>
                                  </p:childTnLst>
                                </p:cTn>
                              </p:par>
                              <p:par>
                                <p:cTn id="135" presetID="42" presetClass="entr" presetSubtype="0" fill="hold" grpId="0" nodeType="withEffect">
                                  <p:stCondLst>
                                    <p:cond delay="113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550"/>
                                        <p:tgtEl>
                                          <p:spTgt spid="30"/>
                                        </p:tgtEl>
                                      </p:cBhvr>
                                    </p:animEffect>
                                    <p:anim calcmode="lin" valueType="num">
                                      <p:cBhvr>
                                        <p:cTn id="138" dur="550" decel="100000" fill="hold"/>
                                        <p:tgtEl>
                                          <p:spTgt spid="30"/>
                                        </p:tgtEl>
                                        <p:attrNameLst>
                                          <p:attrName>ppt_x</p:attrName>
                                        </p:attrNameLst>
                                      </p:cBhvr>
                                      <p:tavLst>
                                        <p:tav tm="0">
                                          <p:val>
                                            <p:strVal val="#ppt_x"/>
                                          </p:val>
                                        </p:tav>
                                        <p:tav tm="100000">
                                          <p:val>
                                            <p:strVal val="#ppt_x"/>
                                          </p:val>
                                        </p:tav>
                                      </p:tavLst>
                                    </p:anim>
                                    <p:anim calcmode="lin" valueType="num">
                                      <p:cBhvr>
                                        <p:cTn id="139" dur="550" decel="100000" fill="hold"/>
                                        <p:tgtEl>
                                          <p:spTgt spid="30"/>
                                        </p:tgtEl>
                                        <p:attrNameLst>
                                          <p:attrName>ppt_y</p:attrName>
                                        </p:attrNameLst>
                                      </p:cBhvr>
                                      <p:tavLst>
                                        <p:tav tm="0">
                                          <p:val>
                                            <p:strVal val="#ppt_y+.035"/>
                                          </p:val>
                                        </p:tav>
                                        <p:tav tm="100000">
                                          <p:val>
                                            <p:strVal val="#ppt_y"/>
                                          </p:val>
                                        </p:tav>
                                      </p:tavLst>
                                    </p:anim>
                                  </p:childTnLst>
                                </p:cTn>
                              </p:par>
                              <p:par>
                                <p:cTn id="140" presetID="42" presetClass="entr" presetSubtype="0" fill="hold" grpId="0" nodeType="withEffect">
                                  <p:stCondLst>
                                    <p:cond delay="113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50"/>
                                        <p:tgtEl>
                                          <p:spTgt spid="31"/>
                                        </p:tgtEl>
                                      </p:cBhvr>
                                    </p:animEffect>
                                    <p:anim calcmode="lin" valueType="num">
                                      <p:cBhvr>
                                        <p:cTn id="143" dur="550" decel="100000" fill="hold"/>
                                        <p:tgtEl>
                                          <p:spTgt spid="31"/>
                                        </p:tgtEl>
                                        <p:attrNameLst>
                                          <p:attrName>ppt_x</p:attrName>
                                        </p:attrNameLst>
                                      </p:cBhvr>
                                      <p:tavLst>
                                        <p:tav tm="0">
                                          <p:val>
                                            <p:strVal val="#ppt_x"/>
                                          </p:val>
                                        </p:tav>
                                        <p:tav tm="100000">
                                          <p:val>
                                            <p:strVal val="#ppt_x"/>
                                          </p:val>
                                        </p:tav>
                                      </p:tavLst>
                                    </p:anim>
                                    <p:anim calcmode="lin" valueType="num">
                                      <p:cBhvr>
                                        <p:cTn id="144" dur="550" decel="100000" fill="hold"/>
                                        <p:tgtEl>
                                          <p:spTgt spid="31"/>
                                        </p:tgtEl>
                                        <p:attrNameLst>
                                          <p:attrName>ppt_y</p:attrName>
                                        </p:attrNameLst>
                                      </p:cBhvr>
                                      <p:tavLst>
                                        <p:tav tm="0">
                                          <p:val>
                                            <p:strVal val="#ppt_y+.035"/>
                                          </p:val>
                                        </p:tav>
                                        <p:tav tm="100000">
                                          <p:val>
                                            <p:strVal val="#ppt_y"/>
                                          </p:val>
                                        </p:tav>
                                      </p:tavLst>
                                    </p:anim>
                                  </p:childTnLst>
                                </p:cTn>
                              </p:par>
                              <p:par>
                                <p:cTn id="145" presetID="42" presetClass="entr" presetSubtype="0" fill="hold" grpId="0" nodeType="withEffect">
                                  <p:stCondLst>
                                    <p:cond delay="113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550"/>
                                        <p:tgtEl>
                                          <p:spTgt spid="32"/>
                                        </p:tgtEl>
                                      </p:cBhvr>
                                    </p:animEffect>
                                    <p:anim calcmode="lin" valueType="num">
                                      <p:cBhvr>
                                        <p:cTn id="148" dur="550" decel="100000" fill="hold"/>
                                        <p:tgtEl>
                                          <p:spTgt spid="32"/>
                                        </p:tgtEl>
                                        <p:attrNameLst>
                                          <p:attrName>ppt_x</p:attrName>
                                        </p:attrNameLst>
                                      </p:cBhvr>
                                      <p:tavLst>
                                        <p:tav tm="0">
                                          <p:val>
                                            <p:strVal val="#ppt_x"/>
                                          </p:val>
                                        </p:tav>
                                        <p:tav tm="100000">
                                          <p:val>
                                            <p:strVal val="#ppt_x"/>
                                          </p:val>
                                        </p:tav>
                                      </p:tavLst>
                                    </p:anim>
                                    <p:anim calcmode="lin" valueType="num">
                                      <p:cBhvr>
                                        <p:cTn id="149" dur="550" decel="100000" fill="hold"/>
                                        <p:tgtEl>
                                          <p:spTgt spid="32"/>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7" grpId="0" animBg="1"/>
      <p:bldP spid="18" grpId="0" animBg="1"/>
      <p:bldP spid="19" grpId="0" animBg="1"/>
      <p:bldP spid="20" grpId="0" animBg="1"/>
      <p:bldP spid="11" grpId="0" animBg="1"/>
      <p:bldP spid="12" grpId="0" animBg="1"/>
      <p:bldP spid="21" grpId="0" animBg="1"/>
      <p:bldP spid="22" grpId="0" animBg="1"/>
      <p:bldP spid="23" grpId="0" animBg="1"/>
      <p:bldP spid="24" grpId="0" animBg="1"/>
      <p:bldP spid="13" grpId="0" animBg="1"/>
      <p:bldP spid="14" grpId="0" animBg="1"/>
      <p:bldP spid="25" grpId="0" animBg="1"/>
      <p:bldP spid="26" grpId="0" animBg="1"/>
      <p:bldP spid="27" grpId="0" animBg="1"/>
      <p:bldP spid="28" grpId="0" animBg="1"/>
      <p:bldP spid="15" grpId="0" animBg="1"/>
      <p:bldP spid="16" grpId="0" animBg="1"/>
      <p:bldP spid="29" grpId="0" animBg="1"/>
      <p:bldP spid="30" grpId="0" animBg="1"/>
      <p:bldP spid="31" grpId="0" animBg="1"/>
      <p:bldP spid="3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orb"/>
          <p:cNvSpPr/>
          <p:nvPr/>
        </p:nvSpPr>
        <p:spPr>
          <a:xfrm>
            <a:off x="8595360" y="3291840"/>
            <a:ext cx="4754880" cy="4754880"/>
          </a:xfrm>
          <a:prstGeom prst="ellipse">
            <a:avLst/>
          </a:prstGeom>
          <a:solidFill>
            <a:srgbClr val="F97316">
              <a:alpha val="38000"/>
            </a:srgbClr>
          </a:solidFill>
          <a:ln w="12700">
            <a:solidFill>
              <a:srgbClr val="F97316"/>
            </a:solidFill>
            <a:prstDash val="solid"/>
          </a:ln>
          <a:effectLst>
            <a:softEdge rad="1700000"/>
          </a:effectLst>
        </p:spPr>
      </p:sp>
      <p:sp>
        <p:nvSpPr>
          <p:cNvPr id="3" name="s5 Text 1"/>
          <p:cNvSpPr/>
          <p:nvPr>
            <p:ph idx="101" type="title" hasCustomPrompt="1"/>
          </p:nvPr>
        </p:nvSpPr>
        <p:spPr>
          <a:xfrm>
            <a:off x="640080" y="457200"/>
            <a:ext cx="10908792" cy="777240"/>
          </a:xfrm>
          <a:prstGeom prst="rect">
            <a:avLst/>
          </a:prstGeom>
          <a:noFill/>
          <a:ln/>
        </p:spPr>
        <p:txBody>
          <a:bodyPr wrap="square" lIns="0" tIns="0" rIns="0" bIns="0" rtlCol="0" anchor="ctr"/>
          <a:lstStyle/>
          <a:p>
            <a:pPr algn="l" indent="0" marL="0">
              <a:buNone/>
            </a:pPr>
            <a:r>
              <a:rPr lang="en-US" sz="2600" dirty="0">
                <a:solidFill>
                  <a:srgbClr val="F1F5F9"/>
                </a:solidFill>
                <a:latin typeface="Arial Black" pitchFamily="34" charset="0"/>
                <a:ea typeface="Arial Black" pitchFamily="34" charset="-122"/>
                <a:cs typeface="Arial Black" pitchFamily="34" charset="-120"/>
              </a:rPr>
              <a:t>Register, or join the waitlist</a:t>
            </a:r>
            <a:endParaRPr lang="en-US" sz="2600" dirty="0"/>
          </a:p>
        </p:txBody>
      </p:sp>
      <p:sp>
        <p:nvSpPr>
          <p:cNvPr id="4" name="anim-1-96"/>
          <p:cNvSpPr/>
          <p:nvPr/>
        </p:nvSpPr>
        <p:spPr>
          <a:xfrm>
            <a:off x="640080" y="1417320"/>
            <a:ext cx="6766560" cy="3242691"/>
          </a:xfrm>
          <a:prstGeom prst="roundRect">
            <a:avLst>
              <a:gd name="adj" fmla="val 3384"/>
            </a:avLst>
          </a:prstGeom>
          <a:solidFill>
            <a:srgbClr val="1B1B38"/>
          </a:solidFill>
          <a:ln w="12700">
            <a:solidFill>
              <a:srgbClr val="34345E"/>
            </a:solidFill>
            <a:prstDash val="solid"/>
          </a:ln>
        </p:spPr>
      </p:sp>
      <p:sp>
        <p:nvSpPr>
          <p:cNvPr id="5" name="anim-1-97"/>
          <p:cNvSpPr/>
          <p:nvPr/>
        </p:nvSpPr>
        <p:spPr>
          <a:xfrm>
            <a:off x="804672" y="1499616"/>
            <a:ext cx="109728" cy="109728"/>
          </a:xfrm>
          <a:prstGeom prst="ellipse">
            <a:avLst/>
          </a:prstGeom>
          <a:solidFill>
            <a:srgbClr val="F87171"/>
          </a:solidFill>
          <a:ln w="12700">
            <a:solidFill>
              <a:srgbClr val="F87171"/>
            </a:solidFill>
            <a:prstDash val="solid"/>
          </a:ln>
        </p:spPr>
      </p:sp>
      <p:sp>
        <p:nvSpPr>
          <p:cNvPr id="6" name="anim-1-98"/>
          <p:cNvSpPr/>
          <p:nvPr/>
        </p:nvSpPr>
        <p:spPr>
          <a:xfrm>
            <a:off x="987552" y="1499616"/>
            <a:ext cx="109728" cy="109728"/>
          </a:xfrm>
          <a:prstGeom prst="ellipse">
            <a:avLst/>
          </a:prstGeom>
          <a:solidFill>
            <a:srgbClr val="FBBF24"/>
          </a:solidFill>
          <a:ln w="12700">
            <a:solidFill>
              <a:srgbClr val="FBBF24"/>
            </a:solidFill>
            <a:prstDash val="solid"/>
          </a:ln>
        </p:spPr>
      </p:sp>
      <p:sp>
        <p:nvSpPr>
          <p:cNvPr id="7" name="anim-1-99"/>
          <p:cNvSpPr/>
          <p:nvPr/>
        </p:nvSpPr>
        <p:spPr>
          <a:xfrm>
            <a:off x="1170432" y="1499616"/>
            <a:ext cx="109728" cy="109728"/>
          </a:xfrm>
          <a:prstGeom prst="ellipse">
            <a:avLst/>
          </a:prstGeom>
          <a:solidFill>
            <a:srgbClr val="4ADE80"/>
          </a:solidFill>
          <a:ln w="12700">
            <a:solidFill>
              <a:srgbClr val="4ADE80"/>
            </a:solidFill>
            <a:prstDash val="solid"/>
          </a:ln>
        </p:spPr>
      </p:sp>
      <p:pic>
        <p:nvPicPr>
          <p:cNvPr id="8" name="anim-1-100" descr="Event page for a full event showing the waitlist button">    </p:cNvPr>
          <p:cNvPicPr>
            <a:picLocks noChangeAspect="1"/>
          </p:cNvPicPr>
          <p:nvPr/>
        </p:nvPicPr>
        <p:blipFill>
          <a:blip r:embed="rId1"/>
          <a:stretch>
            <a:fillRect/>
          </a:stretch>
        </p:blipFill>
        <p:spPr>
          <a:xfrm>
            <a:off x="704088" y="1691640"/>
            <a:ext cx="6638544" cy="2904363"/>
          </a:xfrm>
          <a:prstGeom prst="rect">
            <a:avLst/>
          </a:prstGeom>
        </p:spPr>
      </p:pic>
      <p:sp>
        <p:nvSpPr>
          <p:cNvPr id="9" name="anim-2-101"/>
          <p:cNvSpPr/>
          <p:nvPr/>
        </p:nvSpPr>
        <p:spPr>
          <a:xfrm>
            <a:off x="640080" y="4980051"/>
            <a:ext cx="2514600" cy="384048"/>
          </a:xfrm>
          <a:prstGeom prst="roundRect">
            <a:avLst>
              <a:gd name="adj" fmla="val 50000"/>
            </a:avLst>
          </a:prstGeom>
          <a:solidFill>
            <a:srgbClr val="1B1B38"/>
          </a:solidFill>
          <a:ln w="12700">
            <a:solidFill>
              <a:srgbClr val="34345E"/>
            </a:solidFill>
            <a:prstDash val="solid"/>
          </a:ln>
        </p:spPr>
      </p:sp>
      <p:sp>
        <p:nvSpPr>
          <p:cNvPr id="10" name="anim-2-102"/>
          <p:cNvSpPr txBox="1"/>
          <p:nvPr/>
        </p:nvSpPr>
        <p:spPr>
          <a:xfrm>
            <a:off x="640080" y="4980051"/>
            <a:ext cx="2514600" cy="384048"/>
          </a:xfrm>
          <a:prstGeom prst="rect">
            <a:avLst/>
          </a:prstGeom>
          <a:noFill/>
          <a:ln/>
        </p:spPr>
        <p:txBody>
          <a:bodyPr wrap="square" lIns="0" tIns="0" rIns="0" bIns="0" rtlCol="0" anchor="ctr"/>
          <a:lstStyle/>
          <a:p>
            <a:pPr algn="ctr" indent="0" marL="0">
              <a:buNone/>
            </a:pPr>
            <a:r>
              <a:rPr lang="en-US" sz="1400" b="1" dirty="0">
                <a:solidFill>
                  <a:srgbClr val="A5B4FC"/>
                </a:solidFill>
                <a:latin typeface="Calibri" pitchFamily="34" charset="0"/>
                <a:ea typeface="Calibri" pitchFamily="34" charset="-122"/>
                <a:cs typeface="Calibri" pitchFamily="34" charset="-120"/>
              </a:rPr>
              <a:t>Add to calendar (.ics)</a:t>
            </a:r>
            <a:endParaRPr lang="en-US" sz="1400" dirty="0"/>
          </a:p>
        </p:txBody>
      </p:sp>
      <p:sp>
        <p:nvSpPr>
          <p:cNvPr id="11" name="anim-2-103"/>
          <p:cNvSpPr/>
          <p:nvPr/>
        </p:nvSpPr>
        <p:spPr>
          <a:xfrm>
            <a:off x="3337560" y="4980051"/>
            <a:ext cx="1280160" cy="384048"/>
          </a:xfrm>
          <a:prstGeom prst="roundRect">
            <a:avLst>
              <a:gd name="adj" fmla="val 50000"/>
            </a:avLst>
          </a:prstGeom>
          <a:solidFill>
            <a:srgbClr val="1B1B38"/>
          </a:solidFill>
          <a:ln w="12700">
            <a:solidFill>
              <a:srgbClr val="34345E"/>
            </a:solidFill>
            <a:prstDash val="solid"/>
          </a:ln>
        </p:spPr>
      </p:sp>
      <p:sp>
        <p:nvSpPr>
          <p:cNvPr id="12" name="anim-2-104"/>
          <p:cNvSpPr txBox="1"/>
          <p:nvPr/>
        </p:nvSpPr>
        <p:spPr>
          <a:xfrm>
            <a:off x="3337560" y="4980051"/>
            <a:ext cx="1280160" cy="384048"/>
          </a:xfrm>
          <a:prstGeom prst="rect">
            <a:avLst/>
          </a:prstGeom>
          <a:noFill/>
          <a:ln/>
        </p:spPr>
        <p:txBody>
          <a:bodyPr wrap="square" lIns="0" tIns="0" rIns="0" bIns="0" rtlCol="0" anchor="ctr"/>
          <a:lstStyle/>
          <a:p>
            <a:pPr algn="ctr" indent="0" marL="0">
              <a:buNone/>
            </a:pPr>
            <a:r>
              <a:rPr lang="en-US" sz="1400" b="1" dirty="0">
                <a:solidFill>
                  <a:srgbClr val="A5B4FC"/>
                </a:solidFill>
                <a:latin typeface="Calibri" pitchFamily="34" charset="0"/>
                <a:ea typeface="Calibri" pitchFamily="34" charset="-122"/>
                <a:cs typeface="Calibri" pitchFamily="34" charset="-120"/>
              </a:rPr>
              <a:t>Save</a:t>
            </a:r>
            <a:endParaRPr lang="en-US" sz="1400" dirty="0"/>
          </a:p>
        </p:txBody>
      </p:sp>
      <p:sp>
        <p:nvSpPr>
          <p:cNvPr id="13" name="anim-2-105"/>
          <p:cNvSpPr/>
          <p:nvPr/>
        </p:nvSpPr>
        <p:spPr>
          <a:xfrm>
            <a:off x="4800600" y="4980051"/>
            <a:ext cx="1737360" cy="384048"/>
          </a:xfrm>
          <a:prstGeom prst="roundRect">
            <a:avLst>
              <a:gd name="adj" fmla="val 50000"/>
            </a:avLst>
          </a:prstGeom>
          <a:solidFill>
            <a:srgbClr val="1B1B38"/>
          </a:solidFill>
          <a:ln w="12700">
            <a:solidFill>
              <a:srgbClr val="34345E"/>
            </a:solidFill>
            <a:prstDash val="solid"/>
          </a:ln>
        </p:spPr>
      </p:sp>
      <p:sp>
        <p:nvSpPr>
          <p:cNvPr id="14" name="anim-2-106"/>
          <p:cNvSpPr txBox="1"/>
          <p:nvPr/>
        </p:nvSpPr>
        <p:spPr>
          <a:xfrm>
            <a:off x="4800600" y="4980051"/>
            <a:ext cx="1737360" cy="384048"/>
          </a:xfrm>
          <a:prstGeom prst="rect">
            <a:avLst/>
          </a:prstGeom>
          <a:noFill/>
          <a:ln/>
        </p:spPr>
        <p:txBody>
          <a:bodyPr wrap="square" lIns="0" tIns="0" rIns="0" bIns="0" rtlCol="0" anchor="ctr"/>
          <a:lstStyle/>
          <a:p>
            <a:pPr algn="ctr" indent="0" marL="0">
              <a:buNone/>
            </a:pPr>
            <a:r>
              <a:rPr lang="en-US" sz="1400" b="1" dirty="0">
                <a:solidFill>
                  <a:srgbClr val="A5B4FC"/>
                </a:solidFill>
                <a:latin typeface="Calibri" pitchFamily="34" charset="0"/>
                <a:ea typeface="Calibri" pitchFamily="34" charset="-122"/>
                <a:cs typeface="Calibri" pitchFamily="34" charset="-120"/>
              </a:rPr>
              <a:t>Share link</a:t>
            </a:r>
            <a:endParaRPr lang="en-US" sz="1400" dirty="0"/>
          </a:p>
        </p:txBody>
      </p:sp>
      <p:sp>
        <p:nvSpPr>
          <p:cNvPr id="15" name="anim-2-107"/>
          <p:cNvSpPr txBox="1"/>
          <p:nvPr/>
        </p:nvSpPr>
        <p:spPr>
          <a:xfrm>
            <a:off x="640080" y="5528691"/>
            <a:ext cx="6583680" cy="64008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Every event page also has a seat meter, host name and a clear time and place.</a:t>
            </a:r>
            <a:endParaRPr lang="en-US" sz="1500" dirty="0"/>
          </a:p>
        </p:txBody>
      </p:sp>
      <p:sp>
        <p:nvSpPr>
          <p:cNvPr id="16" name="anim-3-108"/>
          <p:cNvSpPr txBox="1"/>
          <p:nvPr/>
        </p:nvSpPr>
        <p:spPr>
          <a:xfrm>
            <a:off x="7818120" y="1417320"/>
            <a:ext cx="3749040" cy="457200"/>
          </a:xfrm>
          <a:prstGeom prst="rect">
            <a:avLst/>
          </a:prstGeom>
          <a:noFill/>
          <a:ln/>
        </p:spPr>
        <p:txBody>
          <a:bodyPr wrap="square" lIns="0" tIns="0" rIns="0" bIns="0" rtlCol="0" anchor="t"/>
          <a:lstStyle/>
          <a:p>
            <a:pPr indent="0" marL="0">
              <a:buNone/>
            </a:pPr>
            <a:r>
              <a:rPr lang="en-US" sz="2200" b="1" dirty="0">
                <a:solidFill>
                  <a:srgbClr val="F1F5F9"/>
                </a:solidFill>
                <a:latin typeface="Calibri" pitchFamily="34" charset="0"/>
                <a:ea typeface="Calibri" pitchFamily="34" charset="-122"/>
                <a:cs typeface="Calibri" pitchFamily="34" charset="-120"/>
              </a:rPr>
              <a:t>One button, three states</a:t>
            </a:r>
            <a:endParaRPr lang="en-US" sz="2200" dirty="0"/>
          </a:p>
        </p:txBody>
      </p:sp>
      <p:sp>
        <p:nvSpPr>
          <p:cNvPr id="17" name="anim-4-109"/>
          <p:cNvSpPr/>
          <p:nvPr/>
        </p:nvSpPr>
        <p:spPr>
          <a:xfrm>
            <a:off x="7818120" y="2103120"/>
            <a:ext cx="3749040" cy="566928"/>
          </a:xfrm>
          <a:prstGeom prst="roundRect">
            <a:avLst>
              <a:gd name="adj" fmla="val 22581"/>
            </a:avLst>
          </a:prstGeom>
          <a:solidFill>
            <a:srgbClr val="6366F1"/>
          </a:solidFill>
          <a:ln w="12700">
            <a:solidFill>
              <a:srgbClr val="6366F1"/>
            </a:solidFill>
            <a:prstDash val="solid"/>
          </a:ln>
        </p:spPr>
      </p:sp>
      <p:sp>
        <p:nvSpPr>
          <p:cNvPr id="18" name="anim-4-110"/>
          <p:cNvSpPr txBox="1"/>
          <p:nvPr/>
        </p:nvSpPr>
        <p:spPr>
          <a:xfrm>
            <a:off x="7818120" y="2103120"/>
            <a:ext cx="3749040" cy="566928"/>
          </a:xfrm>
          <a:prstGeom prst="rect">
            <a:avLst/>
          </a:prstGeom>
          <a:noFill/>
          <a:ln/>
        </p:spPr>
        <p:txBody>
          <a:bodyPr wrap="square" lIns="0" tIns="0" rIns="0" bIns="0" rtlCol="0" anchor="ctr"/>
          <a:lstStyle/>
          <a:p>
            <a:pPr algn="ctr" indent="0" marL="0">
              <a:buNone/>
            </a:pPr>
            <a:r>
              <a:rPr lang="en-US" sz="1600" b="1" dirty="0">
                <a:solidFill>
                  <a:srgbClr val="F1F5F9"/>
                </a:solidFill>
                <a:latin typeface="Calibri" pitchFamily="34" charset="0"/>
                <a:ea typeface="Calibri" pitchFamily="34" charset="-122"/>
                <a:cs typeface="Calibri" pitchFamily="34" charset="-120"/>
              </a:rPr>
              <a:t>Register for this event</a:t>
            </a:r>
            <a:endParaRPr lang="en-US" sz="1600" dirty="0"/>
          </a:p>
        </p:txBody>
      </p:sp>
      <p:sp>
        <p:nvSpPr>
          <p:cNvPr id="19" name="anim-4-111"/>
          <p:cNvSpPr txBox="1"/>
          <p:nvPr/>
        </p:nvSpPr>
        <p:spPr>
          <a:xfrm>
            <a:off x="7818120" y="2761488"/>
            <a:ext cx="3749040" cy="36576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Seats are free.</a:t>
            </a:r>
            <a:endParaRPr lang="en-US" sz="1500" dirty="0"/>
          </a:p>
        </p:txBody>
      </p:sp>
      <p:sp>
        <p:nvSpPr>
          <p:cNvPr id="20" name="anim-5-112"/>
          <p:cNvSpPr/>
          <p:nvPr/>
        </p:nvSpPr>
        <p:spPr>
          <a:xfrm>
            <a:off x="7818120" y="3429000"/>
            <a:ext cx="3749040" cy="566928"/>
          </a:xfrm>
          <a:prstGeom prst="roundRect">
            <a:avLst>
              <a:gd name="adj" fmla="val 22581"/>
            </a:avLst>
          </a:prstGeom>
          <a:solidFill>
            <a:srgbClr val="F97316"/>
          </a:solidFill>
          <a:ln w="12700">
            <a:solidFill>
              <a:srgbClr val="F97316"/>
            </a:solidFill>
            <a:prstDash val="solid"/>
          </a:ln>
        </p:spPr>
      </p:sp>
      <p:sp>
        <p:nvSpPr>
          <p:cNvPr id="21" name="anim-5-113"/>
          <p:cNvSpPr txBox="1"/>
          <p:nvPr/>
        </p:nvSpPr>
        <p:spPr>
          <a:xfrm>
            <a:off x="7818120" y="3429000"/>
            <a:ext cx="3749040" cy="566928"/>
          </a:xfrm>
          <a:prstGeom prst="rect">
            <a:avLst/>
          </a:prstGeom>
          <a:noFill/>
          <a:ln/>
        </p:spPr>
        <p:txBody>
          <a:bodyPr wrap="square" lIns="0" tIns="0" rIns="0" bIns="0" rtlCol="0" anchor="ctr"/>
          <a:lstStyle/>
          <a:p>
            <a:pPr algn="ctr" indent="0" marL="0">
              <a:buNone/>
            </a:pPr>
            <a:r>
              <a:rPr lang="en-US" sz="1600" b="1" dirty="0">
                <a:solidFill>
                  <a:srgbClr val="0B0B1A"/>
                </a:solidFill>
                <a:latin typeface="Calibri" pitchFamily="34" charset="0"/>
                <a:ea typeface="Calibri" pitchFamily="34" charset="-122"/>
                <a:cs typeface="Calibri" pitchFamily="34" charset="-120"/>
              </a:rPr>
              <a:t>Join the waitlist</a:t>
            </a:r>
            <a:endParaRPr lang="en-US" sz="1600" dirty="0"/>
          </a:p>
        </p:txBody>
      </p:sp>
      <p:sp>
        <p:nvSpPr>
          <p:cNvPr id="22" name="anim-5-114"/>
          <p:cNvSpPr txBox="1"/>
          <p:nvPr/>
        </p:nvSpPr>
        <p:spPr>
          <a:xfrm>
            <a:off x="7818120" y="4087368"/>
            <a:ext cx="3749040" cy="36576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The event is full.</a:t>
            </a:r>
            <a:endParaRPr lang="en-US" sz="1500" dirty="0"/>
          </a:p>
        </p:txBody>
      </p:sp>
      <p:sp>
        <p:nvSpPr>
          <p:cNvPr id="23" name="anim-6-115"/>
          <p:cNvSpPr/>
          <p:nvPr/>
        </p:nvSpPr>
        <p:spPr>
          <a:xfrm>
            <a:off x="7818120" y="4754880"/>
            <a:ext cx="3749040" cy="566928"/>
          </a:xfrm>
          <a:prstGeom prst="roundRect">
            <a:avLst>
              <a:gd name="adj" fmla="val 22581"/>
            </a:avLst>
          </a:prstGeom>
          <a:solidFill>
            <a:srgbClr val="1B1B38"/>
          </a:solidFill>
          <a:ln w="12700">
            <a:solidFill>
              <a:srgbClr val="F87171"/>
            </a:solidFill>
            <a:prstDash val="solid"/>
          </a:ln>
        </p:spPr>
      </p:sp>
      <p:sp>
        <p:nvSpPr>
          <p:cNvPr id="24" name="anim-6-116"/>
          <p:cNvSpPr txBox="1"/>
          <p:nvPr/>
        </p:nvSpPr>
        <p:spPr>
          <a:xfrm>
            <a:off x="7818120" y="4754880"/>
            <a:ext cx="3749040" cy="566928"/>
          </a:xfrm>
          <a:prstGeom prst="rect">
            <a:avLst/>
          </a:prstGeom>
          <a:noFill/>
          <a:ln/>
        </p:spPr>
        <p:txBody>
          <a:bodyPr wrap="square" lIns="0" tIns="0" rIns="0" bIns="0" rtlCol="0" anchor="ctr"/>
          <a:lstStyle/>
          <a:p>
            <a:pPr algn="ctr" indent="0" marL="0">
              <a:buNone/>
            </a:pPr>
            <a:r>
              <a:rPr lang="en-US" sz="1600" b="1" dirty="0">
                <a:solidFill>
                  <a:srgbClr val="F87171"/>
                </a:solidFill>
                <a:latin typeface="Calibri" pitchFamily="34" charset="0"/>
                <a:ea typeface="Calibri" pitchFamily="34" charset="-122"/>
                <a:cs typeface="Calibri" pitchFamily="34" charset="-120"/>
              </a:rPr>
              <a:t>Cancel my registration</a:t>
            </a:r>
            <a:endParaRPr lang="en-US" sz="1600" dirty="0"/>
          </a:p>
        </p:txBody>
      </p:sp>
      <p:sp>
        <p:nvSpPr>
          <p:cNvPr id="25" name="anim-6-117"/>
          <p:cNvSpPr txBox="1"/>
          <p:nvPr/>
        </p:nvSpPr>
        <p:spPr>
          <a:xfrm>
            <a:off x="7818120" y="5413248"/>
            <a:ext cx="3749040" cy="36576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You are in. Cancel any time.</a:t>
            </a:r>
            <a:endParaRPr lang="en-US" sz="1500" dirty="0"/>
          </a:p>
        </p:txBody>
      </p:sp>
      <p:sp>
        <p:nvSpPr>
          <p:cNvPr id="25" name="s5 Slide Number Placeholder 0"/>
          <p:cNvSpPr>
            <a:spLocks noGrp="1"/>
          </p:cNvSpPr>
          <p:nvPr>
            <p:ph type="sldNum" sz="quarter" idx="4294967295"/>
          </p:nvPr>
        </p:nvSpPr>
        <p:spPr>
          <a:xfrm>
            <a:off x="1106424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ED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decel="100000" fill="hold"/>
                                        <p:tgtEl>
                                          <p:spTgt spid="4"/>
                                        </p:tgtEl>
                                        <p:attrNameLst>
                                          <p:attrName>ppt_x</p:attrName>
                                        </p:attrNameLst>
                                      </p:cBhvr>
                                      <p:tavLst>
                                        <p:tav tm="0">
                                          <p:val>
                                            <p:strVal val="#ppt_x"/>
                                          </p:val>
                                        </p:tav>
                                        <p:tav tm="100000">
                                          <p:val>
                                            <p:strVal val="#ppt_x"/>
                                          </p:val>
                                        </p:tav>
                                      </p:tavLst>
                                    </p:anim>
                                    <p:anim calcmode="lin" valueType="num">
                                      <p:cBhvr>
                                        <p:cTn id="9" dur="550" decel="100000" fill="hold"/>
                                        <p:tgtEl>
                                          <p:spTgt spid="4"/>
                                        </p:tgtEl>
                                        <p:attrNameLst>
                                          <p:attrName>ppt_y</p:attrName>
                                        </p:attrNameLst>
                                      </p:cBhvr>
                                      <p:tavLst>
                                        <p:tav tm="0">
                                          <p:val>
                                            <p:strVal val="#ppt_y+.035"/>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decel="100000" fill="hold"/>
                                        <p:tgtEl>
                                          <p:spTgt spid="5"/>
                                        </p:tgtEl>
                                        <p:attrNameLst>
                                          <p:attrName>ppt_x</p:attrName>
                                        </p:attrNameLst>
                                      </p:cBhvr>
                                      <p:tavLst>
                                        <p:tav tm="0">
                                          <p:val>
                                            <p:strVal val="#ppt_x"/>
                                          </p:val>
                                        </p:tav>
                                        <p:tav tm="100000">
                                          <p:val>
                                            <p:strVal val="#ppt_x"/>
                                          </p:val>
                                        </p:tav>
                                      </p:tavLst>
                                    </p:anim>
                                    <p:anim calcmode="lin" valueType="num">
                                      <p:cBhvr>
                                        <p:cTn id="14" dur="550" decel="100000" fill="hold"/>
                                        <p:tgtEl>
                                          <p:spTgt spid="5"/>
                                        </p:tgtEl>
                                        <p:attrNameLst>
                                          <p:attrName>ppt_y</p:attrName>
                                        </p:attrNameLst>
                                      </p:cBhvr>
                                      <p:tavLst>
                                        <p:tav tm="0">
                                          <p:val>
                                            <p:strVal val="#ppt_y+.035"/>
                                          </p:val>
                                        </p:tav>
                                        <p:tav tm="100000">
                                          <p:val>
                                            <p:strVal val="#ppt_y"/>
                                          </p:val>
                                        </p:tav>
                                      </p:tavLst>
                                    </p:anim>
                                  </p:childTnLst>
                                </p:cTn>
                              </p:par>
                              <p:par>
                                <p:cTn id="15" presetID="42" presetClass="entr" presetSubtype="0" fill="hold" grpId="0" nodeType="withEffect">
                                  <p:stCondLst>
                                    <p:cond delay="2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decel="100000" fill="hold"/>
                                        <p:tgtEl>
                                          <p:spTgt spid="6"/>
                                        </p:tgtEl>
                                        <p:attrNameLst>
                                          <p:attrName>ppt_x</p:attrName>
                                        </p:attrNameLst>
                                      </p:cBhvr>
                                      <p:tavLst>
                                        <p:tav tm="0">
                                          <p:val>
                                            <p:strVal val="#ppt_x"/>
                                          </p:val>
                                        </p:tav>
                                        <p:tav tm="100000">
                                          <p:val>
                                            <p:strVal val="#ppt_x"/>
                                          </p:val>
                                        </p:tav>
                                      </p:tavLst>
                                    </p:anim>
                                    <p:anim calcmode="lin" valueType="num">
                                      <p:cBhvr>
                                        <p:cTn id="19" dur="550" decel="100000" fill="hold"/>
                                        <p:tgtEl>
                                          <p:spTgt spid="6"/>
                                        </p:tgtEl>
                                        <p:attrNameLst>
                                          <p:attrName>ppt_y</p:attrName>
                                        </p:attrNameLst>
                                      </p:cBhvr>
                                      <p:tavLst>
                                        <p:tav tm="0">
                                          <p:val>
                                            <p:strVal val="#ppt_y+.035"/>
                                          </p:val>
                                        </p:tav>
                                        <p:tav tm="100000">
                                          <p:val>
                                            <p:strVal val="#ppt_y"/>
                                          </p:val>
                                        </p:tav>
                                      </p:tavLst>
                                    </p:anim>
                                  </p:childTnLst>
                                </p:cTn>
                              </p:par>
                              <p:par>
                                <p:cTn id="20" presetID="42" presetClass="entr" presetSubtype="0" fill="hold" grpId="0" nodeType="withEffect">
                                  <p:stCondLst>
                                    <p:cond delay="2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decel="100000" fill="hold"/>
                                        <p:tgtEl>
                                          <p:spTgt spid="7"/>
                                        </p:tgtEl>
                                        <p:attrNameLst>
                                          <p:attrName>ppt_x</p:attrName>
                                        </p:attrNameLst>
                                      </p:cBhvr>
                                      <p:tavLst>
                                        <p:tav tm="0">
                                          <p:val>
                                            <p:strVal val="#ppt_x"/>
                                          </p:val>
                                        </p:tav>
                                        <p:tav tm="100000">
                                          <p:val>
                                            <p:strVal val="#ppt_x"/>
                                          </p:val>
                                        </p:tav>
                                      </p:tavLst>
                                    </p:anim>
                                    <p:anim calcmode="lin" valueType="num">
                                      <p:cBhvr>
                                        <p:cTn id="24" dur="550" decel="100000" fill="hold"/>
                                        <p:tgtEl>
                                          <p:spTgt spid="7"/>
                                        </p:tgtEl>
                                        <p:attrNameLst>
                                          <p:attrName>ppt_y</p:attrName>
                                        </p:attrNameLst>
                                      </p:cBhvr>
                                      <p:tavLst>
                                        <p:tav tm="0">
                                          <p:val>
                                            <p:strVal val="#ppt_y+.035"/>
                                          </p:val>
                                        </p:tav>
                                        <p:tav tm="100000">
                                          <p:val>
                                            <p:strVal val="#ppt_y"/>
                                          </p:val>
                                        </p:tav>
                                      </p:tavLst>
                                    </p:anim>
                                  </p:childTnLst>
                                </p:cTn>
                              </p:par>
                              <p:par>
                                <p:cTn id="25" presetID="42" presetClass="entr" presetSubtype="0" fill="hold" nodeType="withEffect">
                                  <p:stCondLst>
                                    <p:cond delay="25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decel="100000" fill="hold"/>
                                        <p:tgtEl>
                                          <p:spTgt spid="8"/>
                                        </p:tgtEl>
                                        <p:attrNameLst>
                                          <p:attrName>ppt_x</p:attrName>
                                        </p:attrNameLst>
                                      </p:cBhvr>
                                      <p:tavLst>
                                        <p:tav tm="0">
                                          <p:val>
                                            <p:strVal val="#ppt_x"/>
                                          </p:val>
                                        </p:tav>
                                        <p:tav tm="100000">
                                          <p:val>
                                            <p:strVal val="#ppt_x"/>
                                          </p:val>
                                        </p:tav>
                                      </p:tavLst>
                                    </p:anim>
                                    <p:anim calcmode="lin" valueType="num">
                                      <p:cBhvr>
                                        <p:cTn id="29" dur="550" decel="100000" fill="hold"/>
                                        <p:tgtEl>
                                          <p:spTgt spid="8"/>
                                        </p:tgtEl>
                                        <p:attrNameLst>
                                          <p:attrName>ppt_y</p:attrName>
                                        </p:attrNameLst>
                                      </p:cBhvr>
                                      <p:tavLst>
                                        <p:tav tm="0">
                                          <p:val>
                                            <p:strVal val="#ppt_y+.035"/>
                                          </p:val>
                                        </p:tav>
                                        <p:tav tm="100000">
                                          <p:val>
                                            <p:strVal val="#ppt_y"/>
                                          </p:val>
                                        </p:tav>
                                      </p:tavLst>
                                    </p:anim>
                                  </p:childTnLst>
                                </p:cTn>
                              </p:par>
                              <p:par>
                                <p:cTn id="30" presetID="42" presetClass="entr" presetSubtype="0" fill="hold" grpId="0" nodeType="withEffect">
                                  <p:stCondLst>
                                    <p:cond delay="47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p:cTn id="33" dur="550" decel="100000" fill="hold"/>
                                        <p:tgtEl>
                                          <p:spTgt spid="9"/>
                                        </p:tgtEl>
                                        <p:attrNameLst>
                                          <p:attrName>ppt_x</p:attrName>
                                        </p:attrNameLst>
                                      </p:cBhvr>
                                      <p:tavLst>
                                        <p:tav tm="0">
                                          <p:val>
                                            <p:strVal val="#ppt_x"/>
                                          </p:val>
                                        </p:tav>
                                        <p:tav tm="100000">
                                          <p:val>
                                            <p:strVal val="#ppt_x"/>
                                          </p:val>
                                        </p:tav>
                                      </p:tavLst>
                                    </p:anim>
                                    <p:anim calcmode="lin" valueType="num">
                                      <p:cBhvr>
                                        <p:cTn id="34" dur="550" decel="100000" fill="hold"/>
                                        <p:tgtEl>
                                          <p:spTgt spid="9"/>
                                        </p:tgtEl>
                                        <p:attrNameLst>
                                          <p:attrName>ppt_y</p:attrName>
                                        </p:attrNameLst>
                                      </p:cBhvr>
                                      <p:tavLst>
                                        <p:tav tm="0">
                                          <p:val>
                                            <p:strVal val="#ppt_y+.035"/>
                                          </p:val>
                                        </p:tav>
                                        <p:tav tm="100000">
                                          <p:val>
                                            <p:strVal val="#ppt_y"/>
                                          </p:val>
                                        </p:tav>
                                      </p:tavLst>
                                    </p:anim>
                                  </p:childTnLst>
                                </p:cTn>
                              </p:par>
                              <p:par>
                                <p:cTn id="35" presetID="42" presetClass="entr" presetSubtype="0" fill="hold" grpId="0" nodeType="withEffect">
                                  <p:stCondLst>
                                    <p:cond delay="47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p:cTn id="38" dur="550" decel="100000" fill="hold"/>
                                        <p:tgtEl>
                                          <p:spTgt spid="10"/>
                                        </p:tgtEl>
                                        <p:attrNameLst>
                                          <p:attrName>ppt_x</p:attrName>
                                        </p:attrNameLst>
                                      </p:cBhvr>
                                      <p:tavLst>
                                        <p:tav tm="0">
                                          <p:val>
                                            <p:strVal val="#ppt_x"/>
                                          </p:val>
                                        </p:tav>
                                        <p:tav tm="100000">
                                          <p:val>
                                            <p:strVal val="#ppt_x"/>
                                          </p:val>
                                        </p:tav>
                                      </p:tavLst>
                                    </p:anim>
                                    <p:anim calcmode="lin" valueType="num">
                                      <p:cBhvr>
                                        <p:cTn id="39" dur="550" decel="100000" fill="hold"/>
                                        <p:tgtEl>
                                          <p:spTgt spid="10"/>
                                        </p:tgtEl>
                                        <p:attrNameLst>
                                          <p:attrName>ppt_y</p:attrName>
                                        </p:attrNameLst>
                                      </p:cBhvr>
                                      <p:tavLst>
                                        <p:tav tm="0">
                                          <p:val>
                                            <p:strVal val="#ppt_y+.035"/>
                                          </p:val>
                                        </p:tav>
                                        <p:tav tm="100000">
                                          <p:val>
                                            <p:strVal val="#ppt_y"/>
                                          </p:val>
                                        </p:tav>
                                      </p:tavLst>
                                    </p:anim>
                                  </p:childTnLst>
                                </p:cTn>
                              </p:par>
                              <p:par>
                                <p:cTn id="40" presetID="42" presetClass="entr" presetSubtype="0" fill="hold" grpId="0" nodeType="withEffect">
                                  <p:stCondLst>
                                    <p:cond delay="47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p:cTn id="43" dur="550" decel="100000" fill="hold"/>
                                        <p:tgtEl>
                                          <p:spTgt spid="11"/>
                                        </p:tgtEl>
                                        <p:attrNameLst>
                                          <p:attrName>ppt_x</p:attrName>
                                        </p:attrNameLst>
                                      </p:cBhvr>
                                      <p:tavLst>
                                        <p:tav tm="0">
                                          <p:val>
                                            <p:strVal val="#ppt_x"/>
                                          </p:val>
                                        </p:tav>
                                        <p:tav tm="100000">
                                          <p:val>
                                            <p:strVal val="#ppt_x"/>
                                          </p:val>
                                        </p:tav>
                                      </p:tavLst>
                                    </p:anim>
                                    <p:anim calcmode="lin" valueType="num">
                                      <p:cBhvr>
                                        <p:cTn id="44" dur="550" decel="100000" fill="hold"/>
                                        <p:tgtEl>
                                          <p:spTgt spid="11"/>
                                        </p:tgtEl>
                                        <p:attrNameLst>
                                          <p:attrName>ppt_y</p:attrName>
                                        </p:attrNameLst>
                                      </p:cBhvr>
                                      <p:tavLst>
                                        <p:tav tm="0">
                                          <p:val>
                                            <p:strVal val="#ppt_y+.035"/>
                                          </p:val>
                                        </p:tav>
                                        <p:tav tm="100000">
                                          <p:val>
                                            <p:strVal val="#ppt_y"/>
                                          </p:val>
                                        </p:tav>
                                      </p:tavLst>
                                    </p:anim>
                                  </p:childTnLst>
                                </p:cTn>
                              </p:par>
                              <p:par>
                                <p:cTn id="45" presetID="42" presetClass="entr" presetSubtype="0" fill="hold" grpId="0" nodeType="withEffect">
                                  <p:stCondLst>
                                    <p:cond delay="47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p:cTn id="48" dur="550" decel="100000" fill="hold"/>
                                        <p:tgtEl>
                                          <p:spTgt spid="12"/>
                                        </p:tgtEl>
                                        <p:attrNameLst>
                                          <p:attrName>ppt_x</p:attrName>
                                        </p:attrNameLst>
                                      </p:cBhvr>
                                      <p:tavLst>
                                        <p:tav tm="0">
                                          <p:val>
                                            <p:strVal val="#ppt_x"/>
                                          </p:val>
                                        </p:tav>
                                        <p:tav tm="100000">
                                          <p:val>
                                            <p:strVal val="#ppt_x"/>
                                          </p:val>
                                        </p:tav>
                                      </p:tavLst>
                                    </p:anim>
                                    <p:anim calcmode="lin" valueType="num">
                                      <p:cBhvr>
                                        <p:cTn id="49" dur="550" decel="100000" fill="hold"/>
                                        <p:tgtEl>
                                          <p:spTgt spid="12"/>
                                        </p:tgtEl>
                                        <p:attrNameLst>
                                          <p:attrName>ppt_y</p:attrName>
                                        </p:attrNameLst>
                                      </p:cBhvr>
                                      <p:tavLst>
                                        <p:tav tm="0">
                                          <p:val>
                                            <p:strVal val="#ppt_y+.035"/>
                                          </p:val>
                                        </p:tav>
                                        <p:tav tm="100000">
                                          <p:val>
                                            <p:strVal val="#ppt_y"/>
                                          </p:val>
                                        </p:tav>
                                      </p:tavLst>
                                    </p:anim>
                                  </p:childTnLst>
                                </p:cTn>
                              </p:par>
                              <p:par>
                                <p:cTn id="50" presetID="42" presetClass="entr" presetSubtype="0" fill="hold" grpId="0" nodeType="withEffect">
                                  <p:stCondLst>
                                    <p:cond delay="47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p:cTn id="53" dur="550" decel="100000" fill="hold"/>
                                        <p:tgtEl>
                                          <p:spTgt spid="13"/>
                                        </p:tgtEl>
                                        <p:attrNameLst>
                                          <p:attrName>ppt_x</p:attrName>
                                        </p:attrNameLst>
                                      </p:cBhvr>
                                      <p:tavLst>
                                        <p:tav tm="0">
                                          <p:val>
                                            <p:strVal val="#ppt_x"/>
                                          </p:val>
                                        </p:tav>
                                        <p:tav tm="100000">
                                          <p:val>
                                            <p:strVal val="#ppt_x"/>
                                          </p:val>
                                        </p:tav>
                                      </p:tavLst>
                                    </p:anim>
                                    <p:anim calcmode="lin" valueType="num">
                                      <p:cBhvr>
                                        <p:cTn id="54" dur="550" decel="100000" fill="hold"/>
                                        <p:tgtEl>
                                          <p:spTgt spid="13"/>
                                        </p:tgtEl>
                                        <p:attrNameLst>
                                          <p:attrName>ppt_y</p:attrName>
                                        </p:attrNameLst>
                                      </p:cBhvr>
                                      <p:tavLst>
                                        <p:tav tm="0">
                                          <p:val>
                                            <p:strVal val="#ppt_y+.035"/>
                                          </p:val>
                                        </p:tav>
                                        <p:tav tm="100000">
                                          <p:val>
                                            <p:strVal val="#ppt_y"/>
                                          </p:val>
                                        </p:tav>
                                      </p:tavLst>
                                    </p:anim>
                                  </p:childTnLst>
                                </p:cTn>
                              </p:par>
                              <p:par>
                                <p:cTn id="55" presetID="42" presetClass="entr" presetSubtype="0" fill="hold" grpId="0" nodeType="withEffect">
                                  <p:stCondLst>
                                    <p:cond delay="47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p:cTn id="58" dur="550" decel="100000" fill="hold"/>
                                        <p:tgtEl>
                                          <p:spTgt spid="14"/>
                                        </p:tgtEl>
                                        <p:attrNameLst>
                                          <p:attrName>ppt_x</p:attrName>
                                        </p:attrNameLst>
                                      </p:cBhvr>
                                      <p:tavLst>
                                        <p:tav tm="0">
                                          <p:val>
                                            <p:strVal val="#ppt_x"/>
                                          </p:val>
                                        </p:tav>
                                        <p:tav tm="100000">
                                          <p:val>
                                            <p:strVal val="#ppt_x"/>
                                          </p:val>
                                        </p:tav>
                                      </p:tavLst>
                                    </p:anim>
                                    <p:anim calcmode="lin" valueType="num">
                                      <p:cBhvr>
                                        <p:cTn id="59" dur="550" decel="100000" fill="hold"/>
                                        <p:tgtEl>
                                          <p:spTgt spid="14"/>
                                        </p:tgtEl>
                                        <p:attrNameLst>
                                          <p:attrName>ppt_y</p:attrName>
                                        </p:attrNameLst>
                                      </p:cBhvr>
                                      <p:tavLst>
                                        <p:tav tm="0">
                                          <p:val>
                                            <p:strVal val="#ppt_y+.035"/>
                                          </p:val>
                                        </p:tav>
                                        <p:tav tm="100000">
                                          <p:val>
                                            <p:strVal val="#ppt_y"/>
                                          </p:val>
                                        </p:tav>
                                      </p:tavLst>
                                    </p:anim>
                                  </p:childTnLst>
                                </p:cTn>
                              </p:par>
                              <p:par>
                                <p:cTn id="60" presetID="42" presetClass="entr" presetSubtype="0" fill="hold" grpId="0" nodeType="withEffect">
                                  <p:stCondLst>
                                    <p:cond delay="47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p:cTn id="63" dur="550" decel="100000" fill="hold"/>
                                        <p:tgtEl>
                                          <p:spTgt spid="15"/>
                                        </p:tgtEl>
                                        <p:attrNameLst>
                                          <p:attrName>ppt_x</p:attrName>
                                        </p:attrNameLst>
                                      </p:cBhvr>
                                      <p:tavLst>
                                        <p:tav tm="0">
                                          <p:val>
                                            <p:strVal val="#ppt_x"/>
                                          </p:val>
                                        </p:tav>
                                        <p:tav tm="100000">
                                          <p:val>
                                            <p:strVal val="#ppt_x"/>
                                          </p:val>
                                        </p:tav>
                                      </p:tavLst>
                                    </p:anim>
                                    <p:anim calcmode="lin" valueType="num">
                                      <p:cBhvr>
                                        <p:cTn id="64" dur="550" decel="100000" fill="hold"/>
                                        <p:tgtEl>
                                          <p:spTgt spid="15"/>
                                        </p:tgtEl>
                                        <p:attrNameLst>
                                          <p:attrName>ppt_y</p:attrName>
                                        </p:attrNameLst>
                                      </p:cBhvr>
                                      <p:tavLst>
                                        <p:tav tm="0">
                                          <p:val>
                                            <p:strVal val="#ppt_y+.035"/>
                                          </p:val>
                                        </p:tav>
                                        <p:tav tm="100000">
                                          <p:val>
                                            <p:strVal val="#ppt_y"/>
                                          </p:val>
                                        </p:tav>
                                      </p:tavLst>
                                    </p:anim>
                                  </p:childTnLst>
                                </p:cTn>
                              </p:par>
                              <p:par>
                                <p:cTn id="65" presetID="42" presetClass="entr" presetSubtype="0" fill="hold" grpId="0" nodeType="withEffect">
                                  <p:stCondLst>
                                    <p:cond delay="69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p:cTn id="68" dur="550" decel="100000" fill="hold"/>
                                        <p:tgtEl>
                                          <p:spTgt spid="16"/>
                                        </p:tgtEl>
                                        <p:attrNameLst>
                                          <p:attrName>ppt_x</p:attrName>
                                        </p:attrNameLst>
                                      </p:cBhvr>
                                      <p:tavLst>
                                        <p:tav tm="0">
                                          <p:val>
                                            <p:strVal val="#ppt_x"/>
                                          </p:val>
                                        </p:tav>
                                        <p:tav tm="100000">
                                          <p:val>
                                            <p:strVal val="#ppt_x"/>
                                          </p:val>
                                        </p:tav>
                                      </p:tavLst>
                                    </p:anim>
                                    <p:anim calcmode="lin" valueType="num">
                                      <p:cBhvr>
                                        <p:cTn id="69" dur="550" decel="100000" fill="hold"/>
                                        <p:tgtEl>
                                          <p:spTgt spid="16"/>
                                        </p:tgtEl>
                                        <p:attrNameLst>
                                          <p:attrName>ppt_y</p:attrName>
                                        </p:attrNameLst>
                                      </p:cBhvr>
                                      <p:tavLst>
                                        <p:tav tm="0">
                                          <p:val>
                                            <p:strVal val="#ppt_y+.035"/>
                                          </p:val>
                                        </p:tav>
                                        <p:tav tm="100000">
                                          <p:val>
                                            <p:strVal val="#ppt_y"/>
                                          </p:val>
                                        </p:tav>
                                      </p:tavLst>
                                    </p:anim>
                                  </p:childTnLst>
                                </p:cTn>
                              </p:par>
                              <p:par>
                                <p:cTn id="70" presetID="42" presetClass="entr" presetSubtype="0" fill="hold" grpId="0" nodeType="withEffect">
                                  <p:stCondLst>
                                    <p:cond delay="91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50"/>
                                        <p:tgtEl>
                                          <p:spTgt spid="17"/>
                                        </p:tgtEl>
                                      </p:cBhvr>
                                    </p:animEffect>
                                    <p:anim calcmode="lin" valueType="num">
                                      <p:cBhvr>
                                        <p:cTn id="73" dur="550" decel="100000" fill="hold"/>
                                        <p:tgtEl>
                                          <p:spTgt spid="17"/>
                                        </p:tgtEl>
                                        <p:attrNameLst>
                                          <p:attrName>ppt_x</p:attrName>
                                        </p:attrNameLst>
                                      </p:cBhvr>
                                      <p:tavLst>
                                        <p:tav tm="0">
                                          <p:val>
                                            <p:strVal val="#ppt_x"/>
                                          </p:val>
                                        </p:tav>
                                        <p:tav tm="100000">
                                          <p:val>
                                            <p:strVal val="#ppt_x"/>
                                          </p:val>
                                        </p:tav>
                                      </p:tavLst>
                                    </p:anim>
                                    <p:anim calcmode="lin" valueType="num">
                                      <p:cBhvr>
                                        <p:cTn id="74" dur="550" decel="100000" fill="hold"/>
                                        <p:tgtEl>
                                          <p:spTgt spid="17"/>
                                        </p:tgtEl>
                                        <p:attrNameLst>
                                          <p:attrName>ppt_y</p:attrName>
                                        </p:attrNameLst>
                                      </p:cBhvr>
                                      <p:tavLst>
                                        <p:tav tm="0">
                                          <p:val>
                                            <p:strVal val="#ppt_y+.035"/>
                                          </p:val>
                                        </p:tav>
                                        <p:tav tm="100000">
                                          <p:val>
                                            <p:strVal val="#ppt_y"/>
                                          </p:val>
                                        </p:tav>
                                      </p:tavLst>
                                    </p:anim>
                                  </p:childTnLst>
                                </p:cTn>
                              </p:par>
                              <p:par>
                                <p:cTn id="75" presetID="42" presetClass="entr" presetSubtype="0" fill="hold" grpId="0" nodeType="withEffect">
                                  <p:stCondLst>
                                    <p:cond delay="91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50"/>
                                        <p:tgtEl>
                                          <p:spTgt spid="18"/>
                                        </p:tgtEl>
                                      </p:cBhvr>
                                    </p:animEffect>
                                    <p:anim calcmode="lin" valueType="num">
                                      <p:cBhvr>
                                        <p:cTn id="78" dur="550" decel="100000" fill="hold"/>
                                        <p:tgtEl>
                                          <p:spTgt spid="18"/>
                                        </p:tgtEl>
                                        <p:attrNameLst>
                                          <p:attrName>ppt_x</p:attrName>
                                        </p:attrNameLst>
                                      </p:cBhvr>
                                      <p:tavLst>
                                        <p:tav tm="0">
                                          <p:val>
                                            <p:strVal val="#ppt_x"/>
                                          </p:val>
                                        </p:tav>
                                        <p:tav tm="100000">
                                          <p:val>
                                            <p:strVal val="#ppt_x"/>
                                          </p:val>
                                        </p:tav>
                                      </p:tavLst>
                                    </p:anim>
                                    <p:anim calcmode="lin" valueType="num">
                                      <p:cBhvr>
                                        <p:cTn id="79" dur="550" decel="100000" fill="hold"/>
                                        <p:tgtEl>
                                          <p:spTgt spid="18"/>
                                        </p:tgtEl>
                                        <p:attrNameLst>
                                          <p:attrName>ppt_y</p:attrName>
                                        </p:attrNameLst>
                                      </p:cBhvr>
                                      <p:tavLst>
                                        <p:tav tm="0">
                                          <p:val>
                                            <p:strVal val="#ppt_y+.035"/>
                                          </p:val>
                                        </p:tav>
                                        <p:tav tm="100000">
                                          <p:val>
                                            <p:strVal val="#ppt_y"/>
                                          </p:val>
                                        </p:tav>
                                      </p:tavLst>
                                    </p:anim>
                                  </p:childTnLst>
                                </p:cTn>
                              </p:par>
                              <p:par>
                                <p:cTn id="80" presetID="42" presetClass="entr" presetSubtype="0" fill="hold" grpId="0" nodeType="withEffect">
                                  <p:stCondLst>
                                    <p:cond delay="91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50"/>
                                        <p:tgtEl>
                                          <p:spTgt spid="19"/>
                                        </p:tgtEl>
                                      </p:cBhvr>
                                    </p:animEffect>
                                    <p:anim calcmode="lin" valueType="num">
                                      <p:cBhvr>
                                        <p:cTn id="83" dur="550" decel="100000" fill="hold"/>
                                        <p:tgtEl>
                                          <p:spTgt spid="19"/>
                                        </p:tgtEl>
                                        <p:attrNameLst>
                                          <p:attrName>ppt_x</p:attrName>
                                        </p:attrNameLst>
                                      </p:cBhvr>
                                      <p:tavLst>
                                        <p:tav tm="0">
                                          <p:val>
                                            <p:strVal val="#ppt_x"/>
                                          </p:val>
                                        </p:tav>
                                        <p:tav tm="100000">
                                          <p:val>
                                            <p:strVal val="#ppt_x"/>
                                          </p:val>
                                        </p:tav>
                                      </p:tavLst>
                                    </p:anim>
                                    <p:anim calcmode="lin" valueType="num">
                                      <p:cBhvr>
                                        <p:cTn id="84" dur="550" decel="100000" fill="hold"/>
                                        <p:tgtEl>
                                          <p:spTgt spid="19"/>
                                        </p:tgtEl>
                                        <p:attrNameLst>
                                          <p:attrName>ppt_y</p:attrName>
                                        </p:attrNameLst>
                                      </p:cBhvr>
                                      <p:tavLst>
                                        <p:tav tm="0">
                                          <p:val>
                                            <p:strVal val="#ppt_y+.035"/>
                                          </p:val>
                                        </p:tav>
                                        <p:tav tm="100000">
                                          <p:val>
                                            <p:strVal val="#ppt_y"/>
                                          </p:val>
                                        </p:tav>
                                      </p:tavLst>
                                    </p:anim>
                                  </p:childTnLst>
                                </p:cTn>
                              </p:par>
                              <p:par>
                                <p:cTn id="85" presetID="42" presetClass="entr" presetSubtype="0" fill="hold" grpId="0" nodeType="withEffect">
                                  <p:stCondLst>
                                    <p:cond delay="113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50"/>
                                        <p:tgtEl>
                                          <p:spTgt spid="20"/>
                                        </p:tgtEl>
                                      </p:cBhvr>
                                    </p:animEffect>
                                    <p:anim calcmode="lin" valueType="num">
                                      <p:cBhvr>
                                        <p:cTn id="88" dur="550" decel="100000" fill="hold"/>
                                        <p:tgtEl>
                                          <p:spTgt spid="20"/>
                                        </p:tgtEl>
                                        <p:attrNameLst>
                                          <p:attrName>ppt_x</p:attrName>
                                        </p:attrNameLst>
                                      </p:cBhvr>
                                      <p:tavLst>
                                        <p:tav tm="0">
                                          <p:val>
                                            <p:strVal val="#ppt_x"/>
                                          </p:val>
                                        </p:tav>
                                        <p:tav tm="100000">
                                          <p:val>
                                            <p:strVal val="#ppt_x"/>
                                          </p:val>
                                        </p:tav>
                                      </p:tavLst>
                                    </p:anim>
                                    <p:anim calcmode="lin" valueType="num">
                                      <p:cBhvr>
                                        <p:cTn id="89" dur="550" decel="100000" fill="hold"/>
                                        <p:tgtEl>
                                          <p:spTgt spid="20"/>
                                        </p:tgtEl>
                                        <p:attrNameLst>
                                          <p:attrName>ppt_y</p:attrName>
                                        </p:attrNameLst>
                                      </p:cBhvr>
                                      <p:tavLst>
                                        <p:tav tm="0">
                                          <p:val>
                                            <p:strVal val="#ppt_y+.035"/>
                                          </p:val>
                                        </p:tav>
                                        <p:tav tm="100000">
                                          <p:val>
                                            <p:strVal val="#ppt_y"/>
                                          </p:val>
                                        </p:tav>
                                      </p:tavLst>
                                    </p:anim>
                                  </p:childTnLst>
                                </p:cTn>
                              </p:par>
                              <p:par>
                                <p:cTn id="90" presetID="42" presetClass="entr" presetSubtype="0" fill="hold" grpId="0" nodeType="withEffect">
                                  <p:stCondLst>
                                    <p:cond delay="113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50"/>
                                        <p:tgtEl>
                                          <p:spTgt spid="21"/>
                                        </p:tgtEl>
                                      </p:cBhvr>
                                    </p:animEffect>
                                    <p:anim calcmode="lin" valueType="num">
                                      <p:cBhvr>
                                        <p:cTn id="93" dur="550" decel="100000" fill="hold"/>
                                        <p:tgtEl>
                                          <p:spTgt spid="21"/>
                                        </p:tgtEl>
                                        <p:attrNameLst>
                                          <p:attrName>ppt_x</p:attrName>
                                        </p:attrNameLst>
                                      </p:cBhvr>
                                      <p:tavLst>
                                        <p:tav tm="0">
                                          <p:val>
                                            <p:strVal val="#ppt_x"/>
                                          </p:val>
                                        </p:tav>
                                        <p:tav tm="100000">
                                          <p:val>
                                            <p:strVal val="#ppt_x"/>
                                          </p:val>
                                        </p:tav>
                                      </p:tavLst>
                                    </p:anim>
                                    <p:anim calcmode="lin" valueType="num">
                                      <p:cBhvr>
                                        <p:cTn id="94" dur="550" decel="100000" fill="hold"/>
                                        <p:tgtEl>
                                          <p:spTgt spid="21"/>
                                        </p:tgtEl>
                                        <p:attrNameLst>
                                          <p:attrName>ppt_y</p:attrName>
                                        </p:attrNameLst>
                                      </p:cBhvr>
                                      <p:tavLst>
                                        <p:tav tm="0">
                                          <p:val>
                                            <p:strVal val="#ppt_y+.035"/>
                                          </p:val>
                                        </p:tav>
                                        <p:tav tm="100000">
                                          <p:val>
                                            <p:strVal val="#ppt_y"/>
                                          </p:val>
                                        </p:tav>
                                      </p:tavLst>
                                    </p:anim>
                                  </p:childTnLst>
                                </p:cTn>
                              </p:par>
                              <p:par>
                                <p:cTn id="95" presetID="42" presetClass="entr" presetSubtype="0" fill="hold" grpId="0" nodeType="withEffect">
                                  <p:stCondLst>
                                    <p:cond delay="113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50"/>
                                        <p:tgtEl>
                                          <p:spTgt spid="22"/>
                                        </p:tgtEl>
                                      </p:cBhvr>
                                    </p:animEffect>
                                    <p:anim calcmode="lin" valueType="num">
                                      <p:cBhvr>
                                        <p:cTn id="98" dur="550" decel="100000" fill="hold"/>
                                        <p:tgtEl>
                                          <p:spTgt spid="22"/>
                                        </p:tgtEl>
                                        <p:attrNameLst>
                                          <p:attrName>ppt_x</p:attrName>
                                        </p:attrNameLst>
                                      </p:cBhvr>
                                      <p:tavLst>
                                        <p:tav tm="0">
                                          <p:val>
                                            <p:strVal val="#ppt_x"/>
                                          </p:val>
                                        </p:tav>
                                        <p:tav tm="100000">
                                          <p:val>
                                            <p:strVal val="#ppt_x"/>
                                          </p:val>
                                        </p:tav>
                                      </p:tavLst>
                                    </p:anim>
                                    <p:anim calcmode="lin" valueType="num">
                                      <p:cBhvr>
                                        <p:cTn id="99" dur="550" decel="100000" fill="hold"/>
                                        <p:tgtEl>
                                          <p:spTgt spid="22"/>
                                        </p:tgtEl>
                                        <p:attrNameLst>
                                          <p:attrName>ppt_y</p:attrName>
                                        </p:attrNameLst>
                                      </p:cBhvr>
                                      <p:tavLst>
                                        <p:tav tm="0">
                                          <p:val>
                                            <p:strVal val="#ppt_y+.035"/>
                                          </p:val>
                                        </p:tav>
                                        <p:tav tm="100000">
                                          <p:val>
                                            <p:strVal val="#ppt_y"/>
                                          </p:val>
                                        </p:tav>
                                      </p:tavLst>
                                    </p:anim>
                                  </p:childTnLst>
                                </p:cTn>
                              </p:par>
                              <p:par>
                                <p:cTn id="100" presetID="42" presetClass="entr" presetSubtype="0" fill="hold" grpId="0" nodeType="withEffect">
                                  <p:stCondLst>
                                    <p:cond delay="135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50"/>
                                        <p:tgtEl>
                                          <p:spTgt spid="23"/>
                                        </p:tgtEl>
                                      </p:cBhvr>
                                    </p:animEffect>
                                    <p:anim calcmode="lin" valueType="num">
                                      <p:cBhvr>
                                        <p:cTn id="103" dur="550" decel="100000" fill="hold"/>
                                        <p:tgtEl>
                                          <p:spTgt spid="23"/>
                                        </p:tgtEl>
                                        <p:attrNameLst>
                                          <p:attrName>ppt_x</p:attrName>
                                        </p:attrNameLst>
                                      </p:cBhvr>
                                      <p:tavLst>
                                        <p:tav tm="0">
                                          <p:val>
                                            <p:strVal val="#ppt_x"/>
                                          </p:val>
                                        </p:tav>
                                        <p:tav tm="100000">
                                          <p:val>
                                            <p:strVal val="#ppt_x"/>
                                          </p:val>
                                        </p:tav>
                                      </p:tavLst>
                                    </p:anim>
                                    <p:anim calcmode="lin" valueType="num">
                                      <p:cBhvr>
                                        <p:cTn id="104" dur="550" decel="100000" fill="hold"/>
                                        <p:tgtEl>
                                          <p:spTgt spid="23"/>
                                        </p:tgtEl>
                                        <p:attrNameLst>
                                          <p:attrName>ppt_y</p:attrName>
                                        </p:attrNameLst>
                                      </p:cBhvr>
                                      <p:tavLst>
                                        <p:tav tm="0">
                                          <p:val>
                                            <p:strVal val="#ppt_y+.035"/>
                                          </p:val>
                                        </p:tav>
                                        <p:tav tm="100000">
                                          <p:val>
                                            <p:strVal val="#ppt_y"/>
                                          </p:val>
                                        </p:tav>
                                      </p:tavLst>
                                    </p:anim>
                                  </p:childTnLst>
                                </p:cTn>
                              </p:par>
                              <p:par>
                                <p:cTn id="105" presetID="42" presetClass="entr" presetSubtype="0" fill="hold" grpId="0" nodeType="withEffect">
                                  <p:stCondLst>
                                    <p:cond delay="135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50"/>
                                        <p:tgtEl>
                                          <p:spTgt spid="24"/>
                                        </p:tgtEl>
                                      </p:cBhvr>
                                    </p:animEffect>
                                    <p:anim calcmode="lin" valueType="num">
                                      <p:cBhvr>
                                        <p:cTn id="108" dur="550" decel="100000" fill="hold"/>
                                        <p:tgtEl>
                                          <p:spTgt spid="24"/>
                                        </p:tgtEl>
                                        <p:attrNameLst>
                                          <p:attrName>ppt_x</p:attrName>
                                        </p:attrNameLst>
                                      </p:cBhvr>
                                      <p:tavLst>
                                        <p:tav tm="0">
                                          <p:val>
                                            <p:strVal val="#ppt_x"/>
                                          </p:val>
                                        </p:tav>
                                        <p:tav tm="100000">
                                          <p:val>
                                            <p:strVal val="#ppt_x"/>
                                          </p:val>
                                        </p:tav>
                                      </p:tavLst>
                                    </p:anim>
                                    <p:anim calcmode="lin" valueType="num">
                                      <p:cBhvr>
                                        <p:cTn id="109" dur="550" decel="100000" fill="hold"/>
                                        <p:tgtEl>
                                          <p:spTgt spid="24"/>
                                        </p:tgtEl>
                                        <p:attrNameLst>
                                          <p:attrName>ppt_y</p:attrName>
                                        </p:attrNameLst>
                                      </p:cBhvr>
                                      <p:tavLst>
                                        <p:tav tm="0">
                                          <p:val>
                                            <p:strVal val="#ppt_y+.035"/>
                                          </p:val>
                                        </p:tav>
                                        <p:tav tm="100000">
                                          <p:val>
                                            <p:strVal val="#ppt_y"/>
                                          </p:val>
                                        </p:tav>
                                      </p:tavLst>
                                    </p:anim>
                                  </p:childTnLst>
                                </p:cTn>
                              </p:par>
                              <p:par>
                                <p:cTn id="110" presetID="42" presetClass="entr" presetSubtype="0" fill="hold" grpId="0" nodeType="withEffect">
                                  <p:stCondLst>
                                    <p:cond delay="135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50"/>
                                        <p:tgtEl>
                                          <p:spTgt spid="25"/>
                                        </p:tgtEl>
                                      </p:cBhvr>
                                    </p:animEffect>
                                    <p:anim calcmode="lin" valueType="num">
                                      <p:cBhvr>
                                        <p:cTn id="113" dur="550" decel="100000" fill="hold"/>
                                        <p:tgtEl>
                                          <p:spTgt spid="25"/>
                                        </p:tgtEl>
                                        <p:attrNameLst>
                                          <p:attrName>ppt_x</p:attrName>
                                        </p:attrNameLst>
                                      </p:cBhvr>
                                      <p:tavLst>
                                        <p:tav tm="0">
                                          <p:val>
                                            <p:strVal val="#ppt_x"/>
                                          </p:val>
                                        </p:tav>
                                        <p:tav tm="100000">
                                          <p:val>
                                            <p:strVal val="#ppt_x"/>
                                          </p:val>
                                        </p:tav>
                                      </p:tavLst>
                                    </p:anim>
                                    <p:anim calcmode="lin" valueType="num">
                                      <p:cBhvr>
                                        <p:cTn id="114" dur="550" decel="100000" fill="hold"/>
                                        <p:tgtEl>
                                          <p:spTgt spid="25"/>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orb"/>
          <p:cNvSpPr/>
          <p:nvPr/>
        </p:nvSpPr>
        <p:spPr>
          <a:xfrm>
            <a:off x="-1463040" y="-1737360"/>
            <a:ext cx="4754880" cy="4754880"/>
          </a:xfrm>
          <a:prstGeom prst="ellipse">
            <a:avLst/>
          </a:prstGeom>
          <a:solidFill>
            <a:srgbClr val="6366F1">
              <a:alpha val="38000"/>
            </a:srgbClr>
          </a:solidFill>
          <a:ln w="12700">
            <a:solidFill>
              <a:srgbClr val="6366F1"/>
            </a:solidFill>
            <a:prstDash val="solid"/>
          </a:ln>
          <a:effectLst>
            <a:softEdge rad="1700000"/>
          </a:effectLst>
        </p:spPr>
      </p:sp>
      <p:sp>
        <p:nvSpPr>
          <p:cNvPr id="3" name="s6 Text 1"/>
          <p:cNvSpPr/>
          <p:nvPr>
            <p:ph idx="101" type="title" hasCustomPrompt="1"/>
          </p:nvPr>
        </p:nvSpPr>
        <p:spPr>
          <a:xfrm>
            <a:off x="640080" y="457200"/>
            <a:ext cx="10908792" cy="777240"/>
          </a:xfrm>
          <a:prstGeom prst="rect">
            <a:avLst/>
          </a:prstGeom>
          <a:noFill/>
          <a:ln/>
        </p:spPr>
        <p:txBody>
          <a:bodyPr wrap="square" lIns="0" tIns="0" rIns="0" bIns="0" rtlCol="0" anchor="ctr"/>
          <a:lstStyle/>
          <a:p>
            <a:pPr algn="l" indent="0" marL="0">
              <a:buNone/>
            </a:pPr>
            <a:r>
              <a:rPr lang="en-US" sz="2600" dirty="0">
                <a:solidFill>
                  <a:srgbClr val="F1F5F9"/>
                </a:solidFill>
                <a:latin typeface="Arial Black" pitchFamily="34" charset="0"/>
                <a:ea typeface="Arial Black" pitchFamily="34" charset="-122"/>
                <a:cs typeface="Arial Black" pitchFamily="34" charset="-120"/>
              </a:rPr>
              <a:t>The waitlist moves by itself</a:t>
            </a:r>
            <a:endParaRPr lang="en-US" sz="2600" dirty="0"/>
          </a:p>
        </p:txBody>
      </p:sp>
      <p:sp>
        <p:nvSpPr>
          <p:cNvPr id="4" name="anim-1-118"/>
          <p:cNvSpPr/>
          <p:nvPr/>
        </p:nvSpPr>
        <p:spPr>
          <a:xfrm>
            <a:off x="640080" y="1600200"/>
            <a:ext cx="6583680" cy="4434840"/>
          </a:xfrm>
          <a:prstGeom prst="roundRect">
            <a:avLst>
              <a:gd name="adj" fmla="val 2887"/>
            </a:avLst>
          </a:prstGeom>
          <a:solidFill>
            <a:srgbClr val="14142B"/>
          </a:solidFill>
          <a:ln w="9525">
            <a:solidFill>
              <a:srgbClr val="34345E"/>
            </a:solidFill>
            <a:prstDash val="solid"/>
          </a:ln>
        </p:spPr>
      </p:sp>
      <p:sp>
        <p:nvSpPr>
          <p:cNvPr id="5" name="anim-1-119"/>
          <p:cNvSpPr txBox="1"/>
          <p:nvPr/>
        </p:nvSpPr>
        <p:spPr>
          <a:xfrm>
            <a:off x="960120" y="1828800"/>
            <a:ext cx="5943600" cy="365760"/>
          </a:xfrm>
          <a:prstGeom prst="rect">
            <a:avLst/>
          </a:prstGeom>
          <a:noFill/>
          <a:ln/>
        </p:spPr>
        <p:txBody>
          <a:bodyPr wrap="square" lIns="0" tIns="0" rIns="0" bIns="0" rtlCol="0" anchor="t"/>
          <a:lstStyle/>
          <a:p>
            <a:pPr indent="0" marL="0">
              <a:buNone/>
            </a:pPr>
            <a:r>
              <a:rPr lang="en-US" sz="1800" b="1" dirty="0">
                <a:solidFill>
                  <a:srgbClr val="F1F5F9"/>
                </a:solidFill>
                <a:latin typeface="Calibri" pitchFamily="34" charset="0"/>
                <a:ea typeface="Calibri" pitchFamily="34" charset="-122"/>
                <a:cs typeface="Calibri" pitchFamily="34" charset="-120"/>
              </a:rPr>
              <a:t>Git and GitHub Basics  ·  capacity 3</a:t>
            </a:r>
            <a:endParaRPr lang="en-US" sz="1800" dirty="0"/>
          </a:p>
        </p:txBody>
      </p:sp>
      <p:sp>
        <p:nvSpPr>
          <p:cNvPr id="6" name="anim-1-120"/>
          <p:cNvSpPr/>
          <p:nvPr/>
        </p:nvSpPr>
        <p:spPr>
          <a:xfrm>
            <a:off x="960120" y="2423160"/>
            <a:ext cx="822960" cy="822960"/>
          </a:xfrm>
          <a:prstGeom prst="roundRect">
            <a:avLst>
              <a:gd name="adj" fmla="val 17778"/>
            </a:avLst>
          </a:prstGeom>
          <a:solidFill>
            <a:srgbClr val="6366F1"/>
          </a:solidFill>
          <a:ln w="12700">
            <a:solidFill>
              <a:srgbClr val="A5B4FC"/>
            </a:solidFill>
            <a:prstDash val="solid"/>
          </a:ln>
        </p:spPr>
      </p:sp>
      <p:sp>
        <p:nvSpPr>
          <p:cNvPr id="7" name="anim-1-121"/>
          <p:cNvSpPr txBox="1"/>
          <p:nvPr/>
        </p:nvSpPr>
        <p:spPr>
          <a:xfrm>
            <a:off x="960120" y="2423160"/>
            <a:ext cx="822960" cy="822960"/>
          </a:xfrm>
          <a:prstGeom prst="rect">
            <a:avLst/>
          </a:prstGeom>
          <a:noFill/>
          <a:ln/>
        </p:spPr>
        <p:txBody>
          <a:bodyPr wrap="square" lIns="0" tIns="0" rIns="0" bIns="0" rtlCol="0" anchor="ctr"/>
          <a:lstStyle/>
          <a:p>
            <a:pPr algn="ctr" indent="0" marL="0">
              <a:buNone/>
            </a:pPr>
            <a:r>
              <a:rPr lang="en-US" sz="2400" dirty="0">
                <a:solidFill>
                  <a:srgbClr val="F1F5F9"/>
                </a:solidFill>
                <a:latin typeface="Arial Black" pitchFamily="34" charset="0"/>
                <a:ea typeface="Arial Black" pitchFamily="34" charset="-122"/>
                <a:cs typeface="Arial Black" pitchFamily="34" charset="-120"/>
              </a:rPr>
              <a:t>A</a:t>
            </a:r>
            <a:endParaRPr lang="en-US" sz="2400" dirty="0"/>
          </a:p>
        </p:txBody>
      </p:sp>
      <p:sp>
        <p:nvSpPr>
          <p:cNvPr id="8" name="anim-1-122"/>
          <p:cNvSpPr/>
          <p:nvPr/>
        </p:nvSpPr>
        <p:spPr>
          <a:xfrm>
            <a:off x="1965960" y="2423160"/>
            <a:ext cx="822960" cy="822960"/>
          </a:xfrm>
          <a:prstGeom prst="roundRect">
            <a:avLst>
              <a:gd name="adj" fmla="val 17778"/>
            </a:avLst>
          </a:prstGeom>
          <a:solidFill>
            <a:srgbClr val="6366F1"/>
          </a:solidFill>
          <a:ln w="12700">
            <a:solidFill>
              <a:srgbClr val="A5B4FC"/>
            </a:solidFill>
            <a:prstDash val="solid"/>
          </a:ln>
        </p:spPr>
      </p:sp>
      <p:sp>
        <p:nvSpPr>
          <p:cNvPr id="9" name="anim-1-123"/>
          <p:cNvSpPr txBox="1"/>
          <p:nvPr/>
        </p:nvSpPr>
        <p:spPr>
          <a:xfrm>
            <a:off x="1965960" y="2423160"/>
            <a:ext cx="822960" cy="822960"/>
          </a:xfrm>
          <a:prstGeom prst="rect">
            <a:avLst/>
          </a:prstGeom>
          <a:noFill/>
          <a:ln/>
        </p:spPr>
        <p:txBody>
          <a:bodyPr wrap="square" lIns="0" tIns="0" rIns="0" bIns="0" rtlCol="0" anchor="ctr"/>
          <a:lstStyle/>
          <a:p>
            <a:pPr algn="ctr" indent="0" marL="0">
              <a:buNone/>
            </a:pPr>
            <a:r>
              <a:rPr lang="en-US" sz="2400" dirty="0">
                <a:solidFill>
                  <a:srgbClr val="F1F5F9"/>
                </a:solidFill>
                <a:latin typeface="Arial Black" pitchFamily="34" charset="0"/>
                <a:ea typeface="Arial Black" pitchFamily="34" charset="-122"/>
                <a:cs typeface="Arial Black" pitchFamily="34" charset="-120"/>
              </a:rPr>
              <a:t>B</a:t>
            </a:r>
            <a:endParaRPr lang="en-US" sz="2400" dirty="0"/>
          </a:p>
        </p:txBody>
      </p:sp>
      <p:sp>
        <p:nvSpPr>
          <p:cNvPr id="10" name="anim-1-124"/>
          <p:cNvSpPr/>
          <p:nvPr/>
        </p:nvSpPr>
        <p:spPr>
          <a:xfrm>
            <a:off x="2971800" y="2423160"/>
            <a:ext cx="822960" cy="822960"/>
          </a:xfrm>
          <a:prstGeom prst="roundRect">
            <a:avLst>
              <a:gd name="adj" fmla="val 17778"/>
            </a:avLst>
          </a:prstGeom>
          <a:solidFill>
            <a:srgbClr val="6366F1"/>
          </a:solidFill>
          <a:ln w="12700">
            <a:solidFill>
              <a:srgbClr val="A5B4FC"/>
            </a:solidFill>
            <a:prstDash val="solid"/>
          </a:ln>
        </p:spPr>
      </p:sp>
      <p:sp>
        <p:nvSpPr>
          <p:cNvPr id="11" name="anim-1-125"/>
          <p:cNvSpPr txBox="1"/>
          <p:nvPr/>
        </p:nvSpPr>
        <p:spPr>
          <a:xfrm>
            <a:off x="2971800" y="2423160"/>
            <a:ext cx="822960" cy="822960"/>
          </a:xfrm>
          <a:prstGeom prst="rect">
            <a:avLst/>
          </a:prstGeom>
          <a:noFill/>
          <a:ln/>
        </p:spPr>
        <p:txBody>
          <a:bodyPr wrap="square" lIns="0" tIns="0" rIns="0" bIns="0" rtlCol="0" anchor="ctr"/>
          <a:lstStyle/>
          <a:p>
            <a:pPr algn="ctr" indent="0" marL="0">
              <a:buNone/>
            </a:pPr>
            <a:r>
              <a:rPr lang="en-US" sz="2400" dirty="0">
                <a:solidFill>
                  <a:srgbClr val="F1F5F9"/>
                </a:solidFill>
                <a:latin typeface="Arial Black" pitchFamily="34" charset="0"/>
                <a:ea typeface="Arial Black" pitchFamily="34" charset="-122"/>
                <a:cs typeface="Arial Black" pitchFamily="34" charset="-120"/>
              </a:rPr>
              <a:t>C</a:t>
            </a:r>
            <a:endParaRPr lang="en-US" sz="2400" dirty="0"/>
          </a:p>
        </p:txBody>
      </p:sp>
      <p:sp>
        <p:nvSpPr>
          <p:cNvPr id="12" name="anim-1-126"/>
          <p:cNvSpPr txBox="1"/>
          <p:nvPr/>
        </p:nvSpPr>
        <p:spPr>
          <a:xfrm>
            <a:off x="960120" y="3310128"/>
            <a:ext cx="2926080" cy="274320"/>
          </a:xfrm>
          <a:prstGeom prst="rect">
            <a:avLst/>
          </a:prstGeom>
          <a:noFill/>
          <a:ln/>
        </p:spPr>
        <p:txBody>
          <a:bodyPr wrap="square" lIns="0" tIns="0" rIns="0" bIns="0" rtlCol="0" anchor="t"/>
          <a:lstStyle/>
          <a:p>
            <a:pPr indent="0" marL="0">
              <a:buNone/>
            </a:pPr>
            <a:r>
              <a:rPr lang="en-US" sz="1300" dirty="0">
                <a:solidFill>
                  <a:srgbClr val="A3AED0"/>
                </a:solidFill>
                <a:latin typeface="Calibri" pitchFamily="34" charset="0"/>
                <a:ea typeface="Calibri" pitchFamily="34" charset="-122"/>
                <a:cs typeface="Calibri" pitchFamily="34" charset="-120"/>
              </a:rPr>
              <a:t>confirmed</a:t>
            </a:r>
            <a:endParaRPr lang="en-US" sz="1300" dirty="0"/>
          </a:p>
        </p:txBody>
      </p:sp>
      <p:sp>
        <p:nvSpPr>
          <p:cNvPr id="13" name="anim-1-127"/>
          <p:cNvSpPr/>
          <p:nvPr/>
        </p:nvSpPr>
        <p:spPr>
          <a:xfrm>
            <a:off x="4572000" y="2423160"/>
            <a:ext cx="822960" cy="822960"/>
          </a:xfrm>
          <a:prstGeom prst="ellipse">
            <a:avLst/>
          </a:prstGeom>
          <a:solidFill>
            <a:srgbClr val="0B0B1A"/>
          </a:solidFill>
          <a:ln w="28575">
            <a:solidFill>
              <a:srgbClr val="F97316"/>
            </a:solidFill>
            <a:prstDash val="solid"/>
          </a:ln>
        </p:spPr>
      </p:sp>
      <p:sp>
        <p:nvSpPr>
          <p:cNvPr id="14" name="anim-1-128"/>
          <p:cNvSpPr txBox="1"/>
          <p:nvPr/>
        </p:nvSpPr>
        <p:spPr>
          <a:xfrm>
            <a:off x="4572000" y="2423160"/>
            <a:ext cx="822960" cy="822960"/>
          </a:xfrm>
          <a:prstGeom prst="rect">
            <a:avLst/>
          </a:prstGeom>
          <a:noFill/>
          <a:ln/>
        </p:spPr>
        <p:txBody>
          <a:bodyPr wrap="square" lIns="0" tIns="0" rIns="0" bIns="0" rtlCol="0" anchor="ctr"/>
          <a:lstStyle/>
          <a:p>
            <a:pPr algn="ctr" indent="0" marL="0">
              <a:buNone/>
            </a:pPr>
            <a:r>
              <a:rPr lang="en-US" sz="2400" dirty="0">
                <a:solidFill>
                  <a:srgbClr val="F97316"/>
                </a:solidFill>
                <a:latin typeface="Arial Black" pitchFamily="34" charset="0"/>
                <a:ea typeface="Arial Black" pitchFamily="34" charset="-122"/>
                <a:cs typeface="Arial Black" pitchFamily="34" charset="-120"/>
              </a:rPr>
              <a:t>D</a:t>
            </a:r>
            <a:endParaRPr lang="en-US" sz="2400" dirty="0"/>
          </a:p>
        </p:txBody>
      </p:sp>
      <p:sp>
        <p:nvSpPr>
          <p:cNvPr id="15" name="anim-1-129"/>
          <p:cNvSpPr txBox="1"/>
          <p:nvPr/>
        </p:nvSpPr>
        <p:spPr>
          <a:xfrm>
            <a:off x="4572000" y="3310128"/>
            <a:ext cx="822960" cy="274320"/>
          </a:xfrm>
          <a:prstGeom prst="rect">
            <a:avLst/>
          </a:prstGeom>
          <a:noFill/>
          <a:ln/>
        </p:spPr>
        <p:txBody>
          <a:bodyPr wrap="square" lIns="0" tIns="0" rIns="0" bIns="0" rtlCol="0" anchor="t"/>
          <a:lstStyle/>
          <a:p>
            <a:pPr algn="ctr" indent="0" marL="0">
              <a:buNone/>
            </a:pPr>
            <a:r>
              <a:rPr lang="en-US" sz="1300" dirty="0">
                <a:solidFill>
                  <a:srgbClr val="A3AED0"/>
                </a:solidFill>
                <a:latin typeface="Calibri" pitchFamily="34" charset="0"/>
                <a:ea typeface="Calibri" pitchFamily="34" charset="-122"/>
                <a:cs typeface="Calibri" pitchFamily="34" charset="-120"/>
              </a:rPr>
              <a:t>#1</a:t>
            </a:r>
            <a:endParaRPr lang="en-US" sz="1300" dirty="0"/>
          </a:p>
        </p:txBody>
      </p:sp>
      <p:sp>
        <p:nvSpPr>
          <p:cNvPr id="16" name="anim-1-130"/>
          <p:cNvSpPr/>
          <p:nvPr/>
        </p:nvSpPr>
        <p:spPr>
          <a:xfrm>
            <a:off x="5577840" y="2423160"/>
            <a:ext cx="822960" cy="822960"/>
          </a:xfrm>
          <a:prstGeom prst="ellipse">
            <a:avLst/>
          </a:prstGeom>
          <a:solidFill>
            <a:srgbClr val="0B0B1A"/>
          </a:solidFill>
          <a:ln w="28575">
            <a:solidFill>
              <a:srgbClr val="F97316"/>
            </a:solidFill>
            <a:prstDash val="solid"/>
          </a:ln>
        </p:spPr>
      </p:sp>
      <p:sp>
        <p:nvSpPr>
          <p:cNvPr id="17" name="anim-1-131"/>
          <p:cNvSpPr txBox="1"/>
          <p:nvPr/>
        </p:nvSpPr>
        <p:spPr>
          <a:xfrm>
            <a:off x="5577840" y="2423160"/>
            <a:ext cx="822960" cy="822960"/>
          </a:xfrm>
          <a:prstGeom prst="rect">
            <a:avLst/>
          </a:prstGeom>
          <a:noFill/>
          <a:ln/>
        </p:spPr>
        <p:txBody>
          <a:bodyPr wrap="square" lIns="0" tIns="0" rIns="0" bIns="0" rtlCol="0" anchor="ctr"/>
          <a:lstStyle/>
          <a:p>
            <a:pPr algn="ctr" indent="0" marL="0">
              <a:buNone/>
            </a:pPr>
            <a:r>
              <a:rPr lang="en-US" sz="2400" dirty="0">
                <a:solidFill>
                  <a:srgbClr val="F97316"/>
                </a:solidFill>
                <a:latin typeface="Arial Black" pitchFamily="34" charset="0"/>
                <a:ea typeface="Arial Black" pitchFamily="34" charset="-122"/>
                <a:cs typeface="Arial Black" pitchFamily="34" charset="-120"/>
              </a:rPr>
              <a:t>E</a:t>
            </a:r>
            <a:endParaRPr lang="en-US" sz="2400" dirty="0"/>
          </a:p>
        </p:txBody>
      </p:sp>
      <p:sp>
        <p:nvSpPr>
          <p:cNvPr id="18" name="anim-1-132"/>
          <p:cNvSpPr txBox="1"/>
          <p:nvPr/>
        </p:nvSpPr>
        <p:spPr>
          <a:xfrm>
            <a:off x="5577840" y="3310128"/>
            <a:ext cx="822960" cy="274320"/>
          </a:xfrm>
          <a:prstGeom prst="rect">
            <a:avLst/>
          </a:prstGeom>
          <a:noFill/>
          <a:ln/>
        </p:spPr>
        <p:txBody>
          <a:bodyPr wrap="square" lIns="0" tIns="0" rIns="0" bIns="0" rtlCol="0" anchor="t"/>
          <a:lstStyle/>
          <a:p>
            <a:pPr algn="ctr" indent="0" marL="0">
              <a:buNone/>
            </a:pPr>
            <a:r>
              <a:rPr lang="en-US" sz="1300" dirty="0">
                <a:solidFill>
                  <a:srgbClr val="A3AED0"/>
                </a:solidFill>
                <a:latin typeface="Calibri" pitchFamily="34" charset="0"/>
                <a:ea typeface="Calibri" pitchFamily="34" charset="-122"/>
                <a:cs typeface="Calibri" pitchFamily="34" charset="-120"/>
              </a:rPr>
              <a:t>#2</a:t>
            </a:r>
            <a:endParaRPr lang="en-US" sz="1300" dirty="0"/>
          </a:p>
        </p:txBody>
      </p:sp>
      <p:sp>
        <p:nvSpPr>
          <p:cNvPr id="19" name="anim-1-133"/>
          <p:cNvSpPr txBox="1"/>
          <p:nvPr/>
        </p:nvSpPr>
        <p:spPr>
          <a:xfrm>
            <a:off x="4572000" y="2103120"/>
            <a:ext cx="2194560" cy="274320"/>
          </a:xfrm>
          <a:prstGeom prst="rect">
            <a:avLst/>
          </a:prstGeom>
          <a:noFill/>
          <a:ln/>
        </p:spPr>
        <p:txBody>
          <a:bodyPr wrap="square" lIns="0" tIns="0" rIns="0" bIns="0" rtlCol="0" anchor="t"/>
          <a:lstStyle/>
          <a:p>
            <a:pPr indent="0" marL="0">
              <a:buNone/>
            </a:pPr>
            <a:r>
              <a:rPr lang="en-US" sz="1300" dirty="0">
                <a:solidFill>
                  <a:srgbClr val="A3AED0"/>
                </a:solidFill>
                <a:latin typeface="Calibri" pitchFamily="34" charset="0"/>
                <a:ea typeface="Calibri" pitchFamily="34" charset="-122"/>
                <a:cs typeface="Calibri" pitchFamily="34" charset="-120"/>
              </a:rPr>
              <a:t>waitlist, in order</a:t>
            </a:r>
            <a:endParaRPr lang="en-US" sz="1300" dirty="0"/>
          </a:p>
        </p:txBody>
      </p:sp>
      <p:sp>
        <p:nvSpPr>
          <p:cNvPr id="20" name="anim-2-134"/>
          <p:cNvSpPr/>
          <p:nvPr/>
        </p:nvSpPr>
        <p:spPr>
          <a:xfrm>
            <a:off x="960120" y="3886200"/>
            <a:ext cx="365760" cy="365760"/>
          </a:xfrm>
          <a:prstGeom prst="ellipse">
            <a:avLst/>
          </a:prstGeom>
          <a:solidFill>
            <a:srgbClr val="F87171">
              <a:alpha val="25000"/>
            </a:srgbClr>
          </a:solidFill>
          <a:ln w="12700">
            <a:solidFill>
              <a:srgbClr val="F87171"/>
            </a:solidFill>
            <a:prstDash val="solid"/>
          </a:ln>
        </p:spPr>
      </p:sp>
      <p:sp>
        <p:nvSpPr>
          <p:cNvPr id="21" name="anim-2-135"/>
          <p:cNvSpPr txBox="1"/>
          <p:nvPr/>
        </p:nvSpPr>
        <p:spPr>
          <a:xfrm>
            <a:off x="960120" y="3886200"/>
            <a:ext cx="365760" cy="365760"/>
          </a:xfrm>
          <a:prstGeom prst="rect">
            <a:avLst/>
          </a:prstGeom>
          <a:noFill/>
          <a:ln/>
        </p:spPr>
        <p:txBody>
          <a:bodyPr wrap="square" lIns="0" tIns="0" rIns="0" bIns="0" rtlCol="0" anchor="ctr"/>
          <a:lstStyle/>
          <a:p>
            <a:pPr algn="ctr" indent="0" marL="0">
              <a:buNone/>
            </a:pPr>
            <a:r>
              <a:rPr lang="en-US" sz="1200" dirty="0">
                <a:solidFill>
                  <a:srgbClr val="F87171"/>
                </a:solidFill>
                <a:latin typeface="Arial Black" pitchFamily="34" charset="0"/>
                <a:ea typeface="Arial Black" pitchFamily="34" charset="-122"/>
                <a:cs typeface="Arial Black" pitchFamily="34" charset="-120"/>
              </a:rPr>
              <a:t>1</a:t>
            </a:r>
            <a:endParaRPr lang="en-US" sz="1200" dirty="0"/>
          </a:p>
        </p:txBody>
      </p:sp>
      <p:sp>
        <p:nvSpPr>
          <p:cNvPr id="22" name="anim-2-136"/>
          <p:cNvSpPr txBox="1"/>
          <p:nvPr/>
        </p:nvSpPr>
        <p:spPr>
          <a:xfrm>
            <a:off x="1554480" y="3886200"/>
            <a:ext cx="5120640" cy="365760"/>
          </a:xfrm>
          <a:prstGeom prst="rect">
            <a:avLst/>
          </a:prstGeom>
          <a:noFill/>
          <a:ln/>
        </p:spPr>
        <p:txBody>
          <a:bodyPr wrap="square" lIns="0" tIns="0" rIns="0" bIns="0" rtlCol="0" anchor="ctr"/>
          <a:lstStyle/>
          <a:p>
            <a:pPr indent="0" marL="0">
              <a:buNone/>
            </a:pPr>
            <a:r>
              <a:rPr lang="en-US" sz="2000" b="1" dirty="0">
                <a:solidFill>
                  <a:srgbClr val="F1F5F9"/>
                </a:solidFill>
                <a:latin typeface="Calibri" pitchFamily="34" charset="0"/>
                <a:ea typeface="Calibri" pitchFamily="34" charset="-122"/>
                <a:cs typeface="Calibri" pitchFamily="34" charset="-120"/>
              </a:rPr>
              <a:t>A cancels</a:t>
            </a:r>
            <a:endParaRPr lang="en-US" sz="2000" dirty="0"/>
          </a:p>
        </p:txBody>
      </p:sp>
      <p:sp>
        <p:nvSpPr>
          <p:cNvPr id="23" name="anim-3-137"/>
          <p:cNvSpPr/>
          <p:nvPr/>
        </p:nvSpPr>
        <p:spPr>
          <a:xfrm>
            <a:off x="960120" y="4407408"/>
            <a:ext cx="365760" cy="365760"/>
          </a:xfrm>
          <a:prstGeom prst="ellipse">
            <a:avLst/>
          </a:prstGeom>
          <a:solidFill>
            <a:srgbClr val="A5B4FC">
              <a:alpha val="25000"/>
            </a:srgbClr>
          </a:solidFill>
          <a:ln w="12700">
            <a:solidFill>
              <a:srgbClr val="A5B4FC"/>
            </a:solidFill>
            <a:prstDash val="solid"/>
          </a:ln>
        </p:spPr>
      </p:sp>
      <p:sp>
        <p:nvSpPr>
          <p:cNvPr id="24" name="anim-3-138"/>
          <p:cNvSpPr txBox="1"/>
          <p:nvPr/>
        </p:nvSpPr>
        <p:spPr>
          <a:xfrm>
            <a:off x="960120" y="4407408"/>
            <a:ext cx="365760" cy="365760"/>
          </a:xfrm>
          <a:prstGeom prst="rect">
            <a:avLst/>
          </a:prstGeom>
          <a:noFill/>
          <a:ln/>
        </p:spPr>
        <p:txBody>
          <a:bodyPr wrap="square" lIns="0" tIns="0" rIns="0" bIns="0" rtlCol="0" anchor="ctr"/>
          <a:lstStyle/>
          <a:p>
            <a:pPr algn="ctr" indent="0" marL="0">
              <a:buNone/>
            </a:pPr>
            <a:r>
              <a:rPr lang="en-US" sz="1200" dirty="0">
                <a:solidFill>
                  <a:srgbClr val="A5B4FC"/>
                </a:solidFill>
                <a:latin typeface="Arial Black" pitchFamily="34" charset="0"/>
                <a:ea typeface="Arial Black" pitchFamily="34" charset="-122"/>
                <a:cs typeface="Arial Black" pitchFamily="34" charset="-120"/>
              </a:rPr>
              <a:t>2</a:t>
            </a:r>
            <a:endParaRPr lang="en-US" sz="1200" dirty="0"/>
          </a:p>
        </p:txBody>
      </p:sp>
      <p:sp>
        <p:nvSpPr>
          <p:cNvPr id="25" name="anim-3-139"/>
          <p:cNvSpPr txBox="1"/>
          <p:nvPr/>
        </p:nvSpPr>
        <p:spPr>
          <a:xfrm>
            <a:off x="1554480" y="4407408"/>
            <a:ext cx="5120640" cy="365760"/>
          </a:xfrm>
          <a:prstGeom prst="rect">
            <a:avLst/>
          </a:prstGeom>
          <a:noFill/>
          <a:ln/>
        </p:spPr>
        <p:txBody>
          <a:bodyPr wrap="square" lIns="0" tIns="0" rIns="0" bIns="0" rtlCol="0" anchor="ctr"/>
          <a:lstStyle/>
          <a:p>
            <a:pPr indent="0" marL="0">
              <a:buNone/>
            </a:pPr>
            <a:r>
              <a:rPr lang="en-US" sz="2000" b="1" dirty="0">
                <a:solidFill>
                  <a:srgbClr val="F1F5F9"/>
                </a:solidFill>
                <a:latin typeface="Calibri" pitchFamily="34" charset="0"/>
                <a:ea typeface="Calibri" pitchFamily="34" charset="-122"/>
                <a:cs typeface="Calibri" pitchFamily="34" charset="-120"/>
              </a:rPr>
              <a:t>A seat frees up</a:t>
            </a:r>
            <a:endParaRPr lang="en-US" sz="2000" dirty="0"/>
          </a:p>
        </p:txBody>
      </p:sp>
      <p:sp>
        <p:nvSpPr>
          <p:cNvPr id="26" name="anim-4-140"/>
          <p:cNvSpPr/>
          <p:nvPr/>
        </p:nvSpPr>
        <p:spPr>
          <a:xfrm>
            <a:off x="960120" y="4928616"/>
            <a:ext cx="365760" cy="365760"/>
          </a:xfrm>
          <a:prstGeom prst="ellipse">
            <a:avLst/>
          </a:prstGeom>
          <a:solidFill>
            <a:srgbClr val="4ADE80">
              <a:alpha val="25000"/>
            </a:srgbClr>
          </a:solidFill>
          <a:ln w="12700">
            <a:solidFill>
              <a:srgbClr val="4ADE80"/>
            </a:solidFill>
            <a:prstDash val="solid"/>
          </a:ln>
        </p:spPr>
      </p:sp>
      <p:sp>
        <p:nvSpPr>
          <p:cNvPr id="27" name="anim-4-141"/>
          <p:cNvSpPr txBox="1"/>
          <p:nvPr/>
        </p:nvSpPr>
        <p:spPr>
          <a:xfrm>
            <a:off x="960120" y="4928616"/>
            <a:ext cx="365760" cy="365760"/>
          </a:xfrm>
          <a:prstGeom prst="rect">
            <a:avLst/>
          </a:prstGeom>
          <a:noFill/>
          <a:ln/>
        </p:spPr>
        <p:txBody>
          <a:bodyPr wrap="square" lIns="0" tIns="0" rIns="0" bIns="0" rtlCol="0" anchor="ctr"/>
          <a:lstStyle/>
          <a:p>
            <a:pPr algn="ctr" indent="0" marL="0">
              <a:buNone/>
            </a:pPr>
            <a:r>
              <a:rPr lang="en-US" sz="1200" dirty="0">
                <a:solidFill>
                  <a:srgbClr val="4ADE80"/>
                </a:solidFill>
                <a:latin typeface="Arial Black" pitchFamily="34" charset="0"/>
                <a:ea typeface="Arial Black" pitchFamily="34" charset="-122"/>
                <a:cs typeface="Arial Black" pitchFamily="34" charset="-120"/>
              </a:rPr>
              <a:t>3</a:t>
            </a:r>
            <a:endParaRPr lang="en-US" sz="1200" dirty="0"/>
          </a:p>
        </p:txBody>
      </p:sp>
      <p:sp>
        <p:nvSpPr>
          <p:cNvPr id="28" name="anim-4-142"/>
          <p:cNvSpPr txBox="1"/>
          <p:nvPr/>
        </p:nvSpPr>
        <p:spPr>
          <a:xfrm>
            <a:off x="1554480" y="4928616"/>
            <a:ext cx="5120640" cy="365760"/>
          </a:xfrm>
          <a:prstGeom prst="rect">
            <a:avLst/>
          </a:prstGeom>
          <a:noFill/>
          <a:ln/>
        </p:spPr>
        <p:txBody>
          <a:bodyPr wrap="square" lIns="0" tIns="0" rIns="0" bIns="0" rtlCol="0" anchor="ctr"/>
          <a:lstStyle/>
          <a:p>
            <a:pPr indent="0" marL="0">
              <a:buNone/>
            </a:pPr>
            <a:r>
              <a:rPr lang="en-US" sz="2000" b="1" dirty="0">
                <a:solidFill>
                  <a:srgbClr val="F1F5F9"/>
                </a:solidFill>
                <a:latin typeface="Calibri" pitchFamily="34" charset="0"/>
                <a:ea typeface="Calibri" pitchFamily="34" charset="-122"/>
                <a:cs typeface="Calibri" pitchFamily="34" charset="-120"/>
              </a:rPr>
              <a:t>D is confirmed</a:t>
            </a:r>
            <a:endParaRPr lang="en-US" sz="2000" dirty="0"/>
          </a:p>
        </p:txBody>
      </p:sp>
      <p:sp>
        <p:nvSpPr>
          <p:cNvPr id="29" name="anim-5-143"/>
          <p:cNvSpPr/>
          <p:nvPr/>
        </p:nvSpPr>
        <p:spPr>
          <a:xfrm>
            <a:off x="960120" y="5449824"/>
            <a:ext cx="365760" cy="365760"/>
          </a:xfrm>
          <a:prstGeom prst="ellipse">
            <a:avLst/>
          </a:prstGeom>
          <a:solidFill>
            <a:srgbClr val="F472B6">
              <a:alpha val="25000"/>
            </a:srgbClr>
          </a:solidFill>
          <a:ln w="12700">
            <a:solidFill>
              <a:srgbClr val="F472B6"/>
            </a:solidFill>
            <a:prstDash val="solid"/>
          </a:ln>
        </p:spPr>
      </p:sp>
      <p:sp>
        <p:nvSpPr>
          <p:cNvPr id="30" name="anim-5-144"/>
          <p:cNvSpPr txBox="1"/>
          <p:nvPr/>
        </p:nvSpPr>
        <p:spPr>
          <a:xfrm>
            <a:off x="960120" y="5449824"/>
            <a:ext cx="365760" cy="365760"/>
          </a:xfrm>
          <a:prstGeom prst="rect">
            <a:avLst/>
          </a:prstGeom>
          <a:noFill/>
          <a:ln/>
        </p:spPr>
        <p:txBody>
          <a:bodyPr wrap="square" lIns="0" tIns="0" rIns="0" bIns="0" rtlCol="0" anchor="ctr"/>
          <a:lstStyle/>
          <a:p>
            <a:pPr algn="ctr" indent="0" marL="0">
              <a:buNone/>
            </a:pPr>
            <a:r>
              <a:rPr lang="en-US" sz="1200" dirty="0">
                <a:solidFill>
                  <a:srgbClr val="F472B6"/>
                </a:solidFill>
                <a:latin typeface="Arial Black" pitchFamily="34" charset="0"/>
                <a:ea typeface="Arial Black" pitchFamily="34" charset="-122"/>
                <a:cs typeface="Arial Black" pitchFamily="34" charset="-120"/>
              </a:rPr>
              <a:t>4</a:t>
            </a:r>
            <a:endParaRPr lang="en-US" sz="1200" dirty="0"/>
          </a:p>
        </p:txBody>
      </p:sp>
      <p:sp>
        <p:nvSpPr>
          <p:cNvPr id="31" name="anim-5-145"/>
          <p:cNvSpPr txBox="1"/>
          <p:nvPr/>
        </p:nvSpPr>
        <p:spPr>
          <a:xfrm>
            <a:off x="1554480" y="5449824"/>
            <a:ext cx="5120640" cy="365760"/>
          </a:xfrm>
          <a:prstGeom prst="rect">
            <a:avLst/>
          </a:prstGeom>
          <a:noFill/>
          <a:ln/>
        </p:spPr>
        <p:txBody>
          <a:bodyPr wrap="square" lIns="0" tIns="0" rIns="0" bIns="0" rtlCol="0" anchor="ctr"/>
          <a:lstStyle/>
          <a:p>
            <a:pPr indent="0" marL="0">
              <a:buNone/>
            </a:pPr>
            <a:r>
              <a:rPr lang="en-US" sz="2000" b="1" dirty="0">
                <a:solidFill>
                  <a:srgbClr val="F1F5F9"/>
                </a:solidFill>
                <a:latin typeface="Calibri" pitchFamily="34" charset="0"/>
                <a:ea typeface="Calibri" pitchFamily="34" charset="-122"/>
                <a:cs typeface="Calibri" pitchFamily="34" charset="-120"/>
              </a:rPr>
              <a:t>D gets a notification</a:t>
            </a:r>
            <a:endParaRPr lang="en-US" sz="2000" dirty="0"/>
          </a:p>
        </p:txBody>
      </p:sp>
      <p:sp>
        <p:nvSpPr>
          <p:cNvPr id="32" name="anim-6-146"/>
          <p:cNvSpPr txBox="1"/>
          <p:nvPr/>
        </p:nvSpPr>
        <p:spPr>
          <a:xfrm>
            <a:off x="7635240" y="1600200"/>
            <a:ext cx="3931920" cy="457200"/>
          </a:xfrm>
          <a:prstGeom prst="rect">
            <a:avLst/>
          </a:prstGeom>
          <a:noFill/>
          <a:ln/>
        </p:spPr>
        <p:txBody>
          <a:bodyPr wrap="square" lIns="0" tIns="0" rIns="0" bIns="0" rtlCol="0" anchor="t"/>
          <a:lstStyle/>
          <a:p>
            <a:pPr indent="0" marL="0">
              <a:buNone/>
            </a:pPr>
            <a:r>
              <a:rPr lang="en-US" sz="2200" b="1" dirty="0">
                <a:solidFill>
                  <a:srgbClr val="F1F5F9"/>
                </a:solidFill>
                <a:latin typeface="Calibri" pitchFamily="34" charset="0"/>
                <a:ea typeface="Calibri" pitchFamily="34" charset="-122"/>
                <a:cs typeface="Calibri" pitchFamily="34" charset="-120"/>
              </a:rPr>
              <a:t>Two people, one last seat</a:t>
            </a:r>
            <a:endParaRPr lang="en-US" sz="2200" dirty="0"/>
          </a:p>
        </p:txBody>
      </p:sp>
      <p:sp>
        <p:nvSpPr>
          <p:cNvPr id="33" name="anim-6-147"/>
          <p:cNvSpPr txBox="1"/>
          <p:nvPr/>
        </p:nvSpPr>
        <p:spPr>
          <a:xfrm>
            <a:off x="7635240" y="2148840"/>
            <a:ext cx="3931920" cy="137160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Register and cancel run inside a database transaction that locks the event. Two clicks at the same moment cannot both get the last seat.</a:t>
            </a:r>
            <a:endParaRPr lang="en-US" sz="1500" dirty="0"/>
          </a:p>
        </p:txBody>
      </p:sp>
      <p:sp>
        <p:nvSpPr>
          <p:cNvPr id="34" name="anim-7-148"/>
          <p:cNvSpPr/>
          <p:nvPr/>
        </p:nvSpPr>
        <p:spPr>
          <a:xfrm>
            <a:off x="7635240" y="3154680"/>
            <a:ext cx="3931920" cy="2880360"/>
          </a:xfrm>
          <a:prstGeom prst="roundRect">
            <a:avLst>
              <a:gd name="adj" fmla="val 4444"/>
            </a:avLst>
          </a:prstGeom>
          <a:solidFill>
            <a:srgbClr val="07071A"/>
          </a:solidFill>
          <a:ln w="9525">
            <a:solidFill>
              <a:srgbClr val="34345E"/>
            </a:solidFill>
            <a:prstDash val="solid"/>
          </a:ln>
        </p:spPr>
      </p:sp>
      <p:sp>
        <p:nvSpPr>
          <p:cNvPr id="35" name="anim-7-149"/>
          <p:cNvSpPr txBox="1"/>
          <p:nvPr/>
        </p:nvSpPr>
        <p:spPr>
          <a:xfrm>
            <a:off x="7909560" y="3383280"/>
            <a:ext cx="3474720" cy="2468880"/>
          </a:xfrm>
          <a:prstGeom prst="rect">
            <a:avLst/>
          </a:prstGeom>
          <a:noFill/>
          <a:ln/>
        </p:spPr>
        <p:txBody>
          <a:bodyPr wrap="square" lIns="0" tIns="0" rIns="0" bIns="0" rtlCol="0" anchor="t"/>
          <a:lstStyle/>
          <a:p>
            <a:pPr indent="0" marL="0">
              <a:buNone/>
            </a:pPr>
            <a:r>
              <a:rPr lang="en-US" sz="1300" dirty="0">
                <a:solidFill>
                  <a:srgbClr val="A5B4FC"/>
                </a:solidFill>
                <a:latin typeface="Courier New" pitchFamily="34" charset="0"/>
                <a:ea typeface="Courier New" pitchFamily="34" charset="-122"/>
                <a:cs typeface="Courier New" pitchFamily="34" charset="-120"/>
              </a:rPr>
              <a:t>with transaction.atomic():</a:t>
            </a:r>
            <a:endParaRPr lang="en-US" sz="1300" dirty="0"/>
          </a:p>
          <a:p>
            <a:pPr indent="0" marL="0">
              <a:buNone/>
            </a:pPr>
            <a:r>
              <a:rPr lang="en-US" sz="1300" dirty="0">
                <a:solidFill>
                  <a:srgbClr val="F1F5F9"/>
                </a:solidFill>
                <a:latin typeface="Courier New" pitchFamily="34" charset="0"/>
                <a:ea typeface="Courier New" pitchFamily="34" charset="-122"/>
                <a:cs typeface="Courier New" pitchFamily="34" charset="-120"/>
              </a:rPr>
              <a:t>    event = Event.objects</a:t>
            </a:r>
            <a:endParaRPr lang="en-US" sz="1300" dirty="0"/>
          </a:p>
          <a:p>
            <a:pPr indent="0" marL="0">
              <a:buNone/>
            </a:pPr>
            <a:r>
              <a:rPr lang="en-US" sz="1300" dirty="0">
                <a:solidFill>
                  <a:srgbClr val="F97316"/>
                </a:solidFill>
                <a:latin typeface="Courier New" pitchFamily="34" charset="0"/>
                <a:ea typeface="Courier New" pitchFamily="34" charset="-122"/>
                <a:cs typeface="Courier New" pitchFamily="34" charset="-120"/>
              </a:rPr>
              <a:t>        .select_for_update()</a:t>
            </a:r>
            <a:endParaRPr lang="en-US" sz="1300" dirty="0"/>
          </a:p>
          <a:p>
            <a:pPr indent="0" marL="0">
              <a:buNone/>
            </a:pPr>
            <a:r>
              <a:rPr lang="en-US" sz="1300" dirty="0">
                <a:solidFill>
                  <a:srgbClr val="F1F5F9"/>
                </a:solidFill>
                <a:latin typeface="Courier New" pitchFamily="34" charset="0"/>
                <a:ea typeface="Courier New" pitchFamily="34" charset="-122"/>
                <a:cs typeface="Courier New" pitchFamily="34" charset="-120"/>
              </a:rPr>
              <a:t>        .get(pk=pk)</a:t>
            </a:r>
            <a:endParaRPr lang="en-US" sz="1300" dirty="0"/>
          </a:p>
          <a:p>
            <a:pPr indent="0" marL="0">
              <a:buNone/>
            </a:pPr>
            <a:r>
              <a:rPr lang="en-US" sz="1300" dirty="0">
                <a:solidFill>
                  <a:srgbClr val="A5B4FC"/>
                </a:solidFill>
                <a:latin typeface="Courier New" pitchFamily="34" charset="0"/>
                <a:ea typeface="Courier New" pitchFamily="34" charset="-122"/>
                <a:cs typeface="Courier New" pitchFamily="34" charset="-120"/>
              </a:rPr>
              <a:t>    if event.is_full:</a:t>
            </a:r>
            <a:endParaRPr lang="en-US" sz="1300" dirty="0"/>
          </a:p>
          <a:p>
            <a:pPr indent="0" marL="0">
              <a:buNone/>
            </a:pPr>
            <a:r>
              <a:rPr lang="en-US" sz="1300" dirty="0">
                <a:solidFill>
                  <a:srgbClr val="F472B6"/>
                </a:solidFill>
                <a:latin typeface="Courier New" pitchFamily="34" charset="0"/>
                <a:ea typeface="Courier New" pitchFamily="34" charset="-122"/>
                <a:cs typeface="Courier New" pitchFamily="34" charset="-120"/>
              </a:rPr>
              <a:t>        status = WAITLISTED</a:t>
            </a:r>
            <a:endParaRPr lang="en-US" sz="1300" dirty="0"/>
          </a:p>
          <a:p>
            <a:pPr indent="0" marL="0">
              <a:buNone/>
            </a:pPr>
            <a:r>
              <a:rPr lang="en-US" sz="1300" dirty="0">
                <a:solidFill>
                  <a:srgbClr val="A5B4FC"/>
                </a:solidFill>
                <a:latin typeface="Courier New" pitchFamily="34" charset="0"/>
                <a:ea typeface="Courier New" pitchFamily="34" charset="-122"/>
                <a:cs typeface="Courier New" pitchFamily="34" charset="-120"/>
              </a:rPr>
              <a:t>    else:</a:t>
            </a:r>
            <a:endParaRPr lang="en-US" sz="1300" dirty="0"/>
          </a:p>
          <a:p>
            <a:pPr indent="0" marL="0">
              <a:buNone/>
            </a:pPr>
            <a:r>
              <a:rPr lang="en-US" sz="1300" dirty="0">
                <a:solidFill>
                  <a:srgbClr val="4ADE80"/>
                </a:solidFill>
                <a:latin typeface="Courier New" pitchFamily="34" charset="0"/>
                <a:ea typeface="Courier New" pitchFamily="34" charset="-122"/>
                <a:cs typeface="Courier New" pitchFamily="34" charset="-120"/>
              </a:rPr>
              <a:t>        status = CONFIRMED</a:t>
            </a:r>
            <a:endParaRPr lang="en-US" sz="1300" dirty="0"/>
          </a:p>
        </p:txBody>
      </p:sp>
      <p:sp>
        <p:nvSpPr>
          <p:cNvPr id="25" name="s6 Slide Number Placeholder 0"/>
          <p:cNvSpPr>
            <a:spLocks noGrp="1"/>
          </p:cNvSpPr>
          <p:nvPr>
            <p:ph type="sldNum" sz="quarter" idx="4294967295"/>
          </p:nvPr>
        </p:nvSpPr>
        <p:spPr>
          <a:xfrm>
            <a:off x="1106424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ED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decel="100000" fill="hold"/>
                                        <p:tgtEl>
                                          <p:spTgt spid="4"/>
                                        </p:tgtEl>
                                        <p:attrNameLst>
                                          <p:attrName>ppt_x</p:attrName>
                                        </p:attrNameLst>
                                      </p:cBhvr>
                                      <p:tavLst>
                                        <p:tav tm="0">
                                          <p:val>
                                            <p:strVal val="#ppt_x"/>
                                          </p:val>
                                        </p:tav>
                                        <p:tav tm="100000">
                                          <p:val>
                                            <p:strVal val="#ppt_x"/>
                                          </p:val>
                                        </p:tav>
                                      </p:tavLst>
                                    </p:anim>
                                    <p:anim calcmode="lin" valueType="num">
                                      <p:cBhvr>
                                        <p:cTn id="9" dur="550" decel="100000" fill="hold"/>
                                        <p:tgtEl>
                                          <p:spTgt spid="4"/>
                                        </p:tgtEl>
                                        <p:attrNameLst>
                                          <p:attrName>ppt_y</p:attrName>
                                        </p:attrNameLst>
                                      </p:cBhvr>
                                      <p:tavLst>
                                        <p:tav tm="0">
                                          <p:val>
                                            <p:strVal val="#ppt_y+.035"/>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decel="100000" fill="hold"/>
                                        <p:tgtEl>
                                          <p:spTgt spid="5"/>
                                        </p:tgtEl>
                                        <p:attrNameLst>
                                          <p:attrName>ppt_x</p:attrName>
                                        </p:attrNameLst>
                                      </p:cBhvr>
                                      <p:tavLst>
                                        <p:tav tm="0">
                                          <p:val>
                                            <p:strVal val="#ppt_x"/>
                                          </p:val>
                                        </p:tav>
                                        <p:tav tm="100000">
                                          <p:val>
                                            <p:strVal val="#ppt_x"/>
                                          </p:val>
                                        </p:tav>
                                      </p:tavLst>
                                    </p:anim>
                                    <p:anim calcmode="lin" valueType="num">
                                      <p:cBhvr>
                                        <p:cTn id="14" dur="550" decel="100000" fill="hold"/>
                                        <p:tgtEl>
                                          <p:spTgt spid="5"/>
                                        </p:tgtEl>
                                        <p:attrNameLst>
                                          <p:attrName>ppt_y</p:attrName>
                                        </p:attrNameLst>
                                      </p:cBhvr>
                                      <p:tavLst>
                                        <p:tav tm="0">
                                          <p:val>
                                            <p:strVal val="#ppt_y+.035"/>
                                          </p:val>
                                        </p:tav>
                                        <p:tav tm="100000">
                                          <p:val>
                                            <p:strVal val="#ppt_y"/>
                                          </p:val>
                                        </p:tav>
                                      </p:tavLst>
                                    </p:anim>
                                  </p:childTnLst>
                                </p:cTn>
                              </p:par>
                              <p:par>
                                <p:cTn id="15" presetID="42" presetClass="entr" presetSubtype="0" fill="hold" grpId="0" nodeType="withEffect">
                                  <p:stCondLst>
                                    <p:cond delay="2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decel="100000" fill="hold"/>
                                        <p:tgtEl>
                                          <p:spTgt spid="6"/>
                                        </p:tgtEl>
                                        <p:attrNameLst>
                                          <p:attrName>ppt_x</p:attrName>
                                        </p:attrNameLst>
                                      </p:cBhvr>
                                      <p:tavLst>
                                        <p:tav tm="0">
                                          <p:val>
                                            <p:strVal val="#ppt_x"/>
                                          </p:val>
                                        </p:tav>
                                        <p:tav tm="100000">
                                          <p:val>
                                            <p:strVal val="#ppt_x"/>
                                          </p:val>
                                        </p:tav>
                                      </p:tavLst>
                                    </p:anim>
                                    <p:anim calcmode="lin" valueType="num">
                                      <p:cBhvr>
                                        <p:cTn id="19" dur="550" decel="100000" fill="hold"/>
                                        <p:tgtEl>
                                          <p:spTgt spid="6"/>
                                        </p:tgtEl>
                                        <p:attrNameLst>
                                          <p:attrName>ppt_y</p:attrName>
                                        </p:attrNameLst>
                                      </p:cBhvr>
                                      <p:tavLst>
                                        <p:tav tm="0">
                                          <p:val>
                                            <p:strVal val="#ppt_y+.035"/>
                                          </p:val>
                                        </p:tav>
                                        <p:tav tm="100000">
                                          <p:val>
                                            <p:strVal val="#ppt_y"/>
                                          </p:val>
                                        </p:tav>
                                      </p:tavLst>
                                    </p:anim>
                                  </p:childTnLst>
                                </p:cTn>
                              </p:par>
                              <p:par>
                                <p:cTn id="20" presetID="42" presetClass="entr" presetSubtype="0" fill="hold" grpId="0" nodeType="withEffect">
                                  <p:stCondLst>
                                    <p:cond delay="2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decel="100000" fill="hold"/>
                                        <p:tgtEl>
                                          <p:spTgt spid="7"/>
                                        </p:tgtEl>
                                        <p:attrNameLst>
                                          <p:attrName>ppt_x</p:attrName>
                                        </p:attrNameLst>
                                      </p:cBhvr>
                                      <p:tavLst>
                                        <p:tav tm="0">
                                          <p:val>
                                            <p:strVal val="#ppt_x"/>
                                          </p:val>
                                        </p:tav>
                                        <p:tav tm="100000">
                                          <p:val>
                                            <p:strVal val="#ppt_x"/>
                                          </p:val>
                                        </p:tav>
                                      </p:tavLst>
                                    </p:anim>
                                    <p:anim calcmode="lin" valueType="num">
                                      <p:cBhvr>
                                        <p:cTn id="24" dur="550" decel="100000" fill="hold"/>
                                        <p:tgtEl>
                                          <p:spTgt spid="7"/>
                                        </p:tgtEl>
                                        <p:attrNameLst>
                                          <p:attrName>ppt_y</p:attrName>
                                        </p:attrNameLst>
                                      </p:cBhvr>
                                      <p:tavLst>
                                        <p:tav tm="0">
                                          <p:val>
                                            <p:strVal val="#ppt_y+.035"/>
                                          </p:val>
                                        </p:tav>
                                        <p:tav tm="100000">
                                          <p:val>
                                            <p:strVal val="#ppt_y"/>
                                          </p:val>
                                        </p:tav>
                                      </p:tavLst>
                                    </p:anim>
                                  </p:childTnLst>
                                </p:cTn>
                              </p:par>
                              <p:par>
                                <p:cTn id="25" presetID="42" presetClass="entr" presetSubtype="0" fill="hold" grpId="0" nodeType="withEffect">
                                  <p:stCondLst>
                                    <p:cond delay="25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decel="100000" fill="hold"/>
                                        <p:tgtEl>
                                          <p:spTgt spid="8"/>
                                        </p:tgtEl>
                                        <p:attrNameLst>
                                          <p:attrName>ppt_x</p:attrName>
                                        </p:attrNameLst>
                                      </p:cBhvr>
                                      <p:tavLst>
                                        <p:tav tm="0">
                                          <p:val>
                                            <p:strVal val="#ppt_x"/>
                                          </p:val>
                                        </p:tav>
                                        <p:tav tm="100000">
                                          <p:val>
                                            <p:strVal val="#ppt_x"/>
                                          </p:val>
                                        </p:tav>
                                      </p:tavLst>
                                    </p:anim>
                                    <p:anim calcmode="lin" valueType="num">
                                      <p:cBhvr>
                                        <p:cTn id="29" dur="550" decel="100000" fill="hold"/>
                                        <p:tgtEl>
                                          <p:spTgt spid="8"/>
                                        </p:tgtEl>
                                        <p:attrNameLst>
                                          <p:attrName>ppt_y</p:attrName>
                                        </p:attrNameLst>
                                      </p:cBhvr>
                                      <p:tavLst>
                                        <p:tav tm="0">
                                          <p:val>
                                            <p:strVal val="#ppt_y+.035"/>
                                          </p:val>
                                        </p:tav>
                                        <p:tav tm="100000">
                                          <p:val>
                                            <p:strVal val="#ppt_y"/>
                                          </p:val>
                                        </p:tav>
                                      </p:tavLst>
                                    </p:anim>
                                  </p:childTnLst>
                                </p:cTn>
                              </p:par>
                              <p:par>
                                <p:cTn id="30" presetID="42" presetClass="entr" presetSubtype="0" fill="hold" grpId="0" nodeType="withEffect">
                                  <p:stCondLst>
                                    <p:cond delay="25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p:cTn id="33" dur="550" decel="100000" fill="hold"/>
                                        <p:tgtEl>
                                          <p:spTgt spid="9"/>
                                        </p:tgtEl>
                                        <p:attrNameLst>
                                          <p:attrName>ppt_x</p:attrName>
                                        </p:attrNameLst>
                                      </p:cBhvr>
                                      <p:tavLst>
                                        <p:tav tm="0">
                                          <p:val>
                                            <p:strVal val="#ppt_x"/>
                                          </p:val>
                                        </p:tav>
                                        <p:tav tm="100000">
                                          <p:val>
                                            <p:strVal val="#ppt_x"/>
                                          </p:val>
                                        </p:tav>
                                      </p:tavLst>
                                    </p:anim>
                                    <p:anim calcmode="lin" valueType="num">
                                      <p:cBhvr>
                                        <p:cTn id="34" dur="550" decel="100000" fill="hold"/>
                                        <p:tgtEl>
                                          <p:spTgt spid="9"/>
                                        </p:tgtEl>
                                        <p:attrNameLst>
                                          <p:attrName>ppt_y</p:attrName>
                                        </p:attrNameLst>
                                      </p:cBhvr>
                                      <p:tavLst>
                                        <p:tav tm="0">
                                          <p:val>
                                            <p:strVal val="#ppt_y+.035"/>
                                          </p:val>
                                        </p:tav>
                                        <p:tav tm="100000">
                                          <p:val>
                                            <p:strVal val="#ppt_y"/>
                                          </p:val>
                                        </p:tav>
                                      </p:tavLst>
                                    </p:anim>
                                  </p:childTnLst>
                                </p:cTn>
                              </p:par>
                              <p:par>
                                <p:cTn id="35" presetID="42" presetClass="entr" presetSubtype="0" fill="hold" grpId="0" nodeType="withEffect">
                                  <p:stCondLst>
                                    <p:cond delay="25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p:cTn id="38" dur="550" decel="100000" fill="hold"/>
                                        <p:tgtEl>
                                          <p:spTgt spid="10"/>
                                        </p:tgtEl>
                                        <p:attrNameLst>
                                          <p:attrName>ppt_x</p:attrName>
                                        </p:attrNameLst>
                                      </p:cBhvr>
                                      <p:tavLst>
                                        <p:tav tm="0">
                                          <p:val>
                                            <p:strVal val="#ppt_x"/>
                                          </p:val>
                                        </p:tav>
                                        <p:tav tm="100000">
                                          <p:val>
                                            <p:strVal val="#ppt_x"/>
                                          </p:val>
                                        </p:tav>
                                      </p:tavLst>
                                    </p:anim>
                                    <p:anim calcmode="lin" valueType="num">
                                      <p:cBhvr>
                                        <p:cTn id="39" dur="550" decel="100000" fill="hold"/>
                                        <p:tgtEl>
                                          <p:spTgt spid="10"/>
                                        </p:tgtEl>
                                        <p:attrNameLst>
                                          <p:attrName>ppt_y</p:attrName>
                                        </p:attrNameLst>
                                      </p:cBhvr>
                                      <p:tavLst>
                                        <p:tav tm="0">
                                          <p:val>
                                            <p:strVal val="#ppt_y+.035"/>
                                          </p:val>
                                        </p:tav>
                                        <p:tav tm="100000">
                                          <p:val>
                                            <p:strVal val="#ppt_y"/>
                                          </p:val>
                                        </p:tav>
                                      </p:tavLst>
                                    </p:anim>
                                  </p:childTnLst>
                                </p:cTn>
                              </p:par>
                              <p:par>
                                <p:cTn id="40" presetID="42" presetClass="entr" presetSubtype="0" fill="hold" grpId="0" nodeType="withEffect">
                                  <p:stCondLst>
                                    <p:cond delay="25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p:cTn id="43" dur="550" decel="100000" fill="hold"/>
                                        <p:tgtEl>
                                          <p:spTgt spid="11"/>
                                        </p:tgtEl>
                                        <p:attrNameLst>
                                          <p:attrName>ppt_x</p:attrName>
                                        </p:attrNameLst>
                                      </p:cBhvr>
                                      <p:tavLst>
                                        <p:tav tm="0">
                                          <p:val>
                                            <p:strVal val="#ppt_x"/>
                                          </p:val>
                                        </p:tav>
                                        <p:tav tm="100000">
                                          <p:val>
                                            <p:strVal val="#ppt_x"/>
                                          </p:val>
                                        </p:tav>
                                      </p:tavLst>
                                    </p:anim>
                                    <p:anim calcmode="lin" valueType="num">
                                      <p:cBhvr>
                                        <p:cTn id="44" dur="550" decel="100000" fill="hold"/>
                                        <p:tgtEl>
                                          <p:spTgt spid="11"/>
                                        </p:tgtEl>
                                        <p:attrNameLst>
                                          <p:attrName>ppt_y</p:attrName>
                                        </p:attrNameLst>
                                      </p:cBhvr>
                                      <p:tavLst>
                                        <p:tav tm="0">
                                          <p:val>
                                            <p:strVal val="#ppt_y+.035"/>
                                          </p:val>
                                        </p:tav>
                                        <p:tav tm="100000">
                                          <p:val>
                                            <p:strVal val="#ppt_y"/>
                                          </p:val>
                                        </p:tav>
                                      </p:tavLst>
                                    </p:anim>
                                  </p:childTnLst>
                                </p:cTn>
                              </p:par>
                              <p:par>
                                <p:cTn id="45" presetID="42" presetClass="entr" presetSubtype="0" fill="hold" grpId="0" nodeType="withEffect">
                                  <p:stCondLst>
                                    <p:cond delay="25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p:cTn id="48" dur="550" decel="100000" fill="hold"/>
                                        <p:tgtEl>
                                          <p:spTgt spid="12"/>
                                        </p:tgtEl>
                                        <p:attrNameLst>
                                          <p:attrName>ppt_x</p:attrName>
                                        </p:attrNameLst>
                                      </p:cBhvr>
                                      <p:tavLst>
                                        <p:tav tm="0">
                                          <p:val>
                                            <p:strVal val="#ppt_x"/>
                                          </p:val>
                                        </p:tav>
                                        <p:tav tm="100000">
                                          <p:val>
                                            <p:strVal val="#ppt_x"/>
                                          </p:val>
                                        </p:tav>
                                      </p:tavLst>
                                    </p:anim>
                                    <p:anim calcmode="lin" valueType="num">
                                      <p:cBhvr>
                                        <p:cTn id="49" dur="550" decel="100000" fill="hold"/>
                                        <p:tgtEl>
                                          <p:spTgt spid="12"/>
                                        </p:tgtEl>
                                        <p:attrNameLst>
                                          <p:attrName>ppt_y</p:attrName>
                                        </p:attrNameLst>
                                      </p:cBhvr>
                                      <p:tavLst>
                                        <p:tav tm="0">
                                          <p:val>
                                            <p:strVal val="#ppt_y+.035"/>
                                          </p:val>
                                        </p:tav>
                                        <p:tav tm="100000">
                                          <p:val>
                                            <p:strVal val="#ppt_y"/>
                                          </p:val>
                                        </p:tav>
                                      </p:tavLst>
                                    </p:anim>
                                  </p:childTnLst>
                                </p:cTn>
                              </p:par>
                              <p:par>
                                <p:cTn id="50" presetID="42" presetClass="entr" presetSubtype="0" fill="hold" grpId="0" nodeType="withEffect">
                                  <p:stCondLst>
                                    <p:cond delay="25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p:cTn id="53" dur="550" decel="100000" fill="hold"/>
                                        <p:tgtEl>
                                          <p:spTgt spid="13"/>
                                        </p:tgtEl>
                                        <p:attrNameLst>
                                          <p:attrName>ppt_x</p:attrName>
                                        </p:attrNameLst>
                                      </p:cBhvr>
                                      <p:tavLst>
                                        <p:tav tm="0">
                                          <p:val>
                                            <p:strVal val="#ppt_x"/>
                                          </p:val>
                                        </p:tav>
                                        <p:tav tm="100000">
                                          <p:val>
                                            <p:strVal val="#ppt_x"/>
                                          </p:val>
                                        </p:tav>
                                      </p:tavLst>
                                    </p:anim>
                                    <p:anim calcmode="lin" valueType="num">
                                      <p:cBhvr>
                                        <p:cTn id="54" dur="550" decel="100000" fill="hold"/>
                                        <p:tgtEl>
                                          <p:spTgt spid="13"/>
                                        </p:tgtEl>
                                        <p:attrNameLst>
                                          <p:attrName>ppt_y</p:attrName>
                                        </p:attrNameLst>
                                      </p:cBhvr>
                                      <p:tavLst>
                                        <p:tav tm="0">
                                          <p:val>
                                            <p:strVal val="#ppt_y+.035"/>
                                          </p:val>
                                        </p:tav>
                                        <p:tav tm="100000">
                                          <p:val>
                                            <p:strVal val="#ppt_y"/>
                                          </p:val>
                                        </p:tav>
                                      </p:tavLst>
                                    </p:anim>
                                  </p:childTnLst>
                                </p:cTn>
                              </p:par>
                              <p:par>
                                <p:cTn id="55" presetID="42" presetClass="entr" presetSubtype="0" fill="hold" grpId="0" nodeType="withEffect">
                                  <p:stCondLst>
                                    <p:cond delay="25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p:cTn id="58" dur="550" decel="100000" fill="hold"/>
                                        <p:tgtEl>
                                          <p:spTgt spid="14"/>
                                        </p:tgtEl>
                                        <p:attrNameLst>
                                          <p:attrName>ppt_x</p:attrName>
                                        </p:attrNameLst>
                                      </p:cBhvr>
                                      <p:tavLst>
                                        <p:tav tm="0">
                                          <p:val>
                                            <p:strVal val="#ppt_x"/>
                                          </p:val>
                                        </p:tav>
                                        <p:tav tm="100000">
                                          <p:val>
                                            <p:strVal val="#ppt_x"/>
                                          </p:val>
                                        </p:tav>
                                      </p:tavLst>
                                    </p:anim>
                                    <p:anim calcmode="lin" valueType="num">
                                      <p:cBhvr>
                                        <p:cTn id="59" dur="550" decel="100000" fill="hold"/>
                                        <p:tgtEl>
                                          <p:spTgt spid="14"/>
                                        </p:tgtEl>
                                        <p:attrNameLst>
                                          <p:attrName>ppt_y</p:attrName>
                                        </p:attrNameLst>
                                      </p:cBhvr>
                                      <p:tavLst>
                                        <p:tav tm="0">
                                          <p:val>
                                            <p:strVal val="#ppt_y+.035"/>
                                          </p:val>
                                        </p:tav>
                                        <p:tav tm="100000">
                                          <p:val>
                                            <p:strVal val="#ppt_y"/>
                                          </p:val>
                                        </p:tav>
                                      </p:tavLst>
                                    </p:anim>
                                  </p:childTnLst>
                                </p:cTn>
                              </p:par>
                              <p:par>
                                <p:cTn id="60" presetID="42" presetClass="entr" presetSubtype="0" fill="hold" grpId="0" nodeType="withEffect">
                                  <p:stCondLst>
                                    <p:cond delay="25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p:cTn id="63" dur="550" decel="100000" fill="hold"/>
                                        <p:tgtEl>
                                          <p:spTgt spid="15"/>
                                        </p:tgtEl>
                                        <p:attrNameLst>
                                          <p:attrName>ppt_x</p:attrName>
                                        </p:attrNameLst>
                                      </p:cBhvr>
                                      <p:tavLst>
                                        <p:tav tm="0">
                                          <p:val>
                                            <p:strVal val="#ppt_x"/>
                                          </p:val>
                                        </p:tav>
                                        <p:tav tm="100000">
                                          <p:val>
                                            <p:strVal val="#ppt_x"/>
                                          </p:val>
                                        </p:tav>
                                      </p:tavLst>
                                    </p:anim>
                                    <p:anim calcmode="lin" valueType="num">
                                      <p:cBhvr>
                                        <p:cTn id="64" dur="550" decel="100000" fill="hold"/>
                                        <p:tgtEl>
                                          <p:spTgt spid="15"/>
                                        </p:tgtEl>
                                        <p:attrNameLst>
                                          <p:attrName>ppt_y</p:attrName>
                                        </p:attrNameLst>
                                      </p:cBhvr>
                                      <p:tavLst>
                                        <p:tav tm="0">
                                          <p:val>
                                            <p:strVal val="#ppt_y+.035"/>
                                          </p:val>
                                        </p:tav>
                                        <p:tav tm="100000">
                                          <p:val>
                                            <p:strVal val="#ppt_y"/>
                                          </p:val>
                                        </p:tav>
                                      </p:tavLst>
                                    </p:anim>
                                  </p:childTnLst>
                                </p:cTn>
                              </p:par>
                              <p:par>
                                <p:cTn id="65" presetID="42" presetClass="entr" presetSubtype="0" fill="hold" grpId="0" nodeType="withEffect">
                                  <p:stCondLst>
                                    <p:cond delay="25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p:cTn id="68" dur="550" decel="100000" fill="hold"/>
                                        <p:tgtEl>
                                          <p:spTgt spid="16"/>
                                        </p:tgtEl>
                                        <p:attrNameLst>
                                          <p:attrName>ppt_x</p:attrName>
                                        </p:attrNameLst>
                                      </p:cBhvr>
                                      <p:tavLst>
                                        <p:tav tm="0">
                                          <p:val>
                                            <p:strVal val="#ppt_x"/>
                                          </p:val>
                                        </p:tav>
                                        <p:tav tm="100000">
                                          <p:val>
                                            <p:strVal val="#ppt_x"/>
                                          </p:val>
                                        </p:tav>
                                      </p:tavLst>
                                    </p:anim>
                                    <p:anim calcmode="lin" valueType="num">
                                      <p:cBhvr>
                                        <p:cTn id="69" dur="550" decel="100000" fill="hold"/>
                                        <p:tgtEl>
                                          <p:spTgt spid="16"/>
                                        </p:tgtEl>
                                        <p:attrNameLst>
                                          <p:attrName>ppt_y</p:attrName>
                                        </p:attrNameLst>
                                      </p:cBhvr>
                                      <p:tavLst>
                                        <p:tav tm="0">
                                          <p:val>
                                            <p:strVal val="#ppt_y+.035"/>
                                          </p:val>
                                        </p:tav>
                                        <p:tav tm="100000">
                                          <p:val>
                                            <p:strVal val="#ppt_y"/>
                                          </p:val>
                                        </p:tav>
                                      </p:tavLst>
                                    </p:anim>
                                  </p:childTnLst>
                                </p:cTn>
                              </p:par>
                              <p:par>
                                <p:cTn id="70" presetID="42" presetClass="entr" presetSubtype="0" fill="hold" grpId="0" nodeType="withEffect">
                                  <p:stCondLst>
                                    <p:cond delay="25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50"/>
                                        <p:tgtEl>
                                          <p:spTgt spid="17"/>
                                        </p:tgtEl>
                                      </p:cBhvr>
                                    </p:animEffect>
                                    <p:anim calcmode="lin" valueType="num">
                                      <p:cBhvr>
                                        <p:cTn id="73" dur="550" decel="100000" fill="hold"/>
                                        <p:tgtEl>
                                          <p:spTgt spid="17"/>
                                        </p:tgtEl>
                                        <p:attrNameLst>
                                          <p:attrName>ppt_x</p:attrName>
                                        </p:attrNameLst>
                                      </p:cBhvr>
                                      <p:tavLst>
                                        <p:tav tm="0">
                                          <p:val>
                                            <p:strVal val="#ppt_x"/>
                                          </p:val>
                                        </p:tav>
                                        <p:tav tm="100000">
                                          <p:val>
                                            <p:strVal val="#ppt_x"/>
                                          </p:val>
                                        </p:tav>
                                      </p:tavLst>
                                    </p:anim>
                                    <p:anim calcmode="lin" valueType="num">
                                      <p:cBhvr>
                                        <p:cTn id="74" dur="550" decel="100000" fill="hold"/>
                                        <p:tgtEl>
                                          <p:spTgt spid="17"/>
                                        </p:tgtEl>
                                        <p:attrNameLst>
                                          <p:attrName>ppt_y</p:attrName>
                                        </p:attrNameLst>
                                      </p:cBhvr>
                                      <p:tavLst>
                                        <p:tav tm="0">
                                          <p:val>
                                            <p:strVal val="#ppt_y+.035"/>
                                          </p:val>
                                        </p:tav>
                                        <p:tav tm="100000">
                                          <p:val>
                                            <p:strVal val="#ppt_y"/>
                                          </p:val>
                                        </p:tav>
                                      </p:tavLst>
                                    </p:anim>
                                  </p:childTnLst>
                                </p:cTn>
                              </p:par>
                              <p:par>
                                <p:cTn id="75" presetID="42" presetClass="entr" presetSubtype="0" fill="hold" grpId="0" nodeType="withEffect">
                                  <p:stCondLst>
                                    <p:cond delay="25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50"/>
                                        <p:tgtEl>
                                          <p:spTgt spid="18"/>
                                        </p:tgtEl>
                                      </p:cBhvr>
                                    </p:animEffect>
                                    <p:anim calcmode="lin" valueType="num">
                                      <p:cBhvr>
                                        <p:cTn id="78" dur="550" decel="100000" fill="hold"/>
                                        <p:tgtEl>
                                          <p:spTgt spid="18"/>
                                        </p:tgtEl>
                                        <p:attrNameLst>
                                          <p:attrName>ppt_x</p:attrName>
                                        </p:attrNameLst>
                                      </p:cBhvr>
                                      <p:tavLst>
                                        <p:tav tm="0">
                                          <p:val>
                                            <p:strVal val="#ppt_x"/>
                                          </p:val>
                                        </p:tav>
                                        <p:tav tm="100000">
                                          <p:val>
                                            <p:strVal val="#ppt_x"/>
                                          </p:val>
                                        </p:tav>
                                      </p:tavLst>
                                    </p:anim>
                                    <p:anim calcmode="lin" valueType="num">
                                      <p:cBhvr>
                                        <p:cTn id="79" dur="550" decel="100000" fill="hold"/>
                                        <p:tgtEl>
                                          <p:spTgt spid="18"/>
                                        </p:tgtEl>
                                        <p:attrNameLst>
                                          <p:attrName>ppt_y</p:attrName>
                                        </p:attrNameLst>
                                      </p:cBhvr>
                                      <p:tavLst>
                                        <p:tav tm="0">
                                          <p:val>
                                            <p:strVal val="#ppt_y+.035"/>
                                          </p:val>
                                        </p:tav>
                                        <p:tav tm="100000">
                                          <p:val>
                                            <p:strVal val="#ppt_y"/>
                                          </p:val>
                                        </p:tav>
                                      </p:tavLst>
                                    </p:anim>
                                  </p:childTnLst>
                                </p:cTn>
                              </p:par>
                              <p:par>
                                <p:cTn id="80" presetID="42" presetClass="entr" presetSubtype="0" fill="hold" grpId="0" nodeType="withEffect">
                                  <p:stCondLst>
                                    <p:cond delay="25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50"/>
                                        <p:tgtEl>
                                          <p:spTgt spid="19"/>
                                        </p:tgtEl>
                                      </p:cBhvr>
                                    </p:animEffect>
                                    <p:anim calcmode="lin" valueType="num">
                                      <p:cBhvr>
                                        <p:cTn id="83" dur="550" decel="100000" fill="hold"/>
                                        <p:tgtEl>
                                          <p:spTgt spid="19"/>
                                        </p:tgtEl>
                                        <p:attrNameLst>
                                          <p:attrName>ppt_x</p:attrName>
                                        </p:attrNameLst>
                                      </p:cBhvr>
                                      <p:tavLst>
                                        <p:tav tm="0">
                                          <p:val>
                                            <p:strVal val="#ppt_x"/>
                                          </p:val>
                                        </p:tav>
                                        <p:tav tm="100000">
                                          <p:val>
                                            <p:strVal val="#ppt_x"/>
                                          </p:val>
                                        </p:tav>
                                      </p:tavLst>
                                    </p:anim>
                                    <p:anim calcmode="lin" valueType="num">
                                      <p:cBhvr>
                                        <p:cTn id="84" dur="550" decel="100000" fill="hold"/>
                                        <p:tgtEl>
                                          <p:spTgt spid="19"/>
                                        </p:tgtEl>
                                        <p:attrNameLst>
                                          <p:attrName>ppt_y</p:attrName>
                                        </p:attrNameLst>
                                      </p:cBhvr>
                                      <p:tavLst>
                                        <p:tav tm="0">
                                          <p:val>
                                            <p:strVal val="#ppt_y+.035"/>
                                          </p:val>
                                        </p:tav>
                                        <p:tav tm="100000">
                                          <p:val>
                                            <p:strVal val="#ppt_y"/>
                                          </p:val>
                                        </p:tav>
                                      </p:tavLst>
                                    </p:anim>
                                  </p:childTnLst>
                                </p:cTn>
                              </p:par>
                              <p:par>
                                <p:cTn id="85" presetID="42" presetClass="entr" presetSubtype="0" fill="hold" grpId="0" nodeType="withEffect">
                                  <p:stCondLst>
                                    <p:cond delay="47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50"/>
                                        <p:tgtEl>
                                          <p:spTgt spid="20"/>
                                        </p:tgtEl>
                                      </p:cBhvr>
                                    </p:animEffect>
                                    <p:anim calcmode="lin" valueType="num">
                                      <p:cBhvr>
                                        <p:cTn id="88" dur="550" decel="100000" fill="hold"/>
                                        <p:tgtEl>
                                          <p:spTgt spid="20"/>
                                        </p:tgtEl>
                                        <p:attrNameLst>
                                          <p:attrName>ppt_x</p:attrName>
                                        </p:attrNameLst>
                                      </p:cBhvr>
                                      <p:tavLst>
                                        <p:tav tm="0">
                                          <p:val>
                                            <p:strVal val="#ppt_x"/>
                                          </p:val>
                                        </p:tav>
                                        <p:tav tm="100000">
                                          <p:val>
                                            <p:strVal val="#ppt_x"/>
                                          </p:val>
                                        </p:tav>
                                      </p:tavLst>
                                    </p:anim>
                                    <p:anim calcmode="lin" valueType="num">
                                      <p:cBhvr>
                                        <p:cTn id="89" dur="550" decel="100000" fill="hold"/>
                                        <p:tgtEl>
                                          <p:spTgt spid="20"/>
                                        </p:tgtEl>
                                        <p:attrNameLst>
                                          <p:attrName>ppt_y</p:attrName>
                                        </p:attrNameLst>
                                      </p:cBhvr>
                                      <p:tavLst>
                                        <p:tav tm="0">
                                          <p:val>
                                            <p:strVal val="#ppt_y+.035"/>
                                          </p:val>
                                        </p:tav>
                                        <p:tav tm="100000">
                                          <p:val>
                                            <p:strVal val="#ppt_y"/>
                                          </p:val>
                                        </p:tav>
                                      </p:tavLst>
                                    </p:anim>
                                  </p:childTnLst>
                                </p:cTn>
                              </p:par>
                              <p:par>
                                <p:cTn id="90" presetID="42" presetClass="entr" presetSubtype="0" fill="hold" grpId="0" nodeType="withEffect">
                                  <p:stCondLst>
                                    <p:cond delay="47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50"/>
                                        <p:tgtEl>
                                          <p:spTgt spid="21"/>
                                        </p:tgtEl>
                                      </p:cBhvr>
                                    </p:animEffect>
                                    <p:anim calcmode="lin" valueType="num">
                                      <p:cBhvr>
                                        <p:cTn id="93" dur="550" decel="100000" fill="hold"/>
                                        <p:tgtEl>
                                          <p:spTgt spid="21"/>
                                        </p:tgtEl>
                                        <p:attrNameLst>
                                          <p:attrName>ppt_x</p:attrName>
                                        </p:attrNameLst>
                                      </p:cBhvr>
                                      <p:tavLst>
                                        <p:tav tm="0">
                                          <p:val>
                                            <p:strVal val="#ppt_x"/>
                                          </p:val>
                                        </p:tav>
                                        <p:tav tm="100000">
                                          <p:val>
                                            <p:strVal val="#ppt_x"/>
                                          </p:val>
                                        </p:tav>
                                      </p:tavLst>
                                    </p:anim>
                                    <p:anim calcmode="lin" valueType="num">
                                      <p:cBhvr>
                                        <p:cTn id="94" dur="550" decel="100000" fill="hold"/>
                                        <p:tgtEl>
                                          <p:spTgt spid="21"/>
                                        </p:tgtEl>
                                        <p:attrNameLst>
                                          <p:attrName>ppt_y</p:attrName>
                                        </p:attrNameLst>
                                      </p:cBhvr>
                                      <p:tavLst>
                                        <p:tav tm="0">
                                          <p:val>
                                            <p:strVal val="#ppt_y+.035"/>
                                          </p:val>
                                        </p:tav>
                                        <p:tav tm="100000">
                                          <p:val>
                                            <p:strVal val="#ppt_y"/>
                                          </p:val>
                                        </p:tav>
                                      </p:tavLst>
                                    </p:anim>
                                  </p:childTnLst>
                                </p:cTn>
                              </p:par>
                              <p:par>
                                <p:cTn id="95" presetID="42" presetClass="entr" presetSubtype="0" fill="hold" grpId="0" nodeType="withEffect">
                                  <p:stCondLst>
                                    <p:cond delay="47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50"/>
                                        <p:tgtEl>
                                          <p:spTgt spid="22"/>
                                        </p:tgtEl>
                                      </p:cBhvr>
                                    </p:animEffect>
                                    <p:anim calcmode="lin" valueType="num">
                                      <p:cBhvr>
                                        <p:cTn id="98" dur="550" decel="100000" fill="hold"/>
                                        <p:tgtEl>
                                          <p:spTgt spid="22"/>
                                        </p:tgtEl>
                                        <p:attrNameLst>
                                          <p:attrName>ppt_x</p:attrName>
                                        </p:attrNameLst>
                                      </p:cBhvr>
                                      <p:tavLst>
                                        <p:tav tm="0">
                                          <p:val>
                                            <p:strVal val="#ppt_x"/>
                                          </p:val>
                                        </p:tav>
                                        <p:tav tm="100000">
                                          <p:val>
                                            <p:strVal val="#ppt_x"/>
                                          </p:val>
                                        </p:tav>
                                      </p:tavLst>
                                    </p:anim>
                                    <p:anim calcmode="lin" valueType="num">
                                      <p:cBhvr>
                                        <p:cTn id="99" dur="550" decel="100000" fill="hold"/>
                                        <p:tgtEl>
                                          <p:spTgt spid="22"/>
                                        </p:tgtEl>
                                        <p:attrNameLst>
                                          <p:attrName>ppt_y</p:attrName>
                                        </p:attrNameLst>
                                      </p:cBhvr>
                                      <p:tavLst>
                                        <p:tav tm="0">
                                          <p:val>
                                            <p:strVal val="#ppt_y+.035"/>
                                          </p:val>
                                        </p:tav>
                                        <p:tav tm="100000">
                                          <p:val>
                                            <p:strVal val="#ppt_y"/>
                                          </p:val>
                                        </p:tav>
                                      </p:tavLst>
                                    </p:anim>
                                  </p:childTnLst>
                                </p:cTn>
                              </p:par>
                              <p:par>
                                <p:cTn id="100" presetID="42" presetClass="entr" presetSubtype="0" fill="hold" grpId="0" nodeType="withEffect">
                                  <p:stCondLst>
                                    <p:cond delay="69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50"/>
                                        <p:tgtEl>
                                          <p:spTgt spid="23"/>
                                        </p:tgtEl>
                                      </p:cBhvr>
                                    </p:animEffect>
                                    <p:anim calcmode="lin" valueType="num">
                                      <p:cBhvr>
                                        <p:cTn id="103" dur="550" decel="100000" fill="hold"/>
                                        <p:tgtEl>
                                          <p:spTgt spid="23"/>
                                        </p:tgtEl>
                                        <p:attrNameLst>
                                          <p:attrName>ppt_x</p:attrName>
                                        </p:attrNameLst>
                                      </p:cBhvr>
                                      <p:tavLst>
                                        <p:tav tm="0">
                                          <p:val>
                                            <p:strVal val="#ppt_x"/>
                                          </p:val>
                                        </p:tav>
                                        <p:tav tm="100000">
                                          <p:val>
                                            <p:strVal val="#ppt_x"/>
                                          </p:val>
                                        </p:tav>
                                      </p:tavLst>
                                    </p:anim>
                                    <p:anim calcmode="lin" valueType="num">
                                      <p:cBhvr>
                                        <p:cTn id="104" dur="550" decel="100000" fill="hold"/>
                                        <p:tgtEl>
                                          <p:spTgt spid="23"/>
                                        </p:tgtEl>
                                        <p:attrNameLst>
                                          <p:attrName>ppt_y</p:attrName>
                                        </p:attrNameLst>
                                      </p:cBhvr>
                                      <p:tavLst>
                                        <p:tav tm="0">
                                          <p:val>
                                            <p:strVal val="#ppt_y+.035"/>
                                          </p:val>
                                        </p:tav>
                                        <p:tav tm="100000">
                                          <p:val>
                                            <p:strVal val="#ppt_y"/>
                                          </p:val>
                                        </p:tav>
                                      </p:tavLst>
                                    </p:anim>
                                  </p:childTnLst>
                                </p:cTn>
                              </p:par>
                              <p:par>
                                <p:cTn id="105" presetID="42" presetClass="entr" presetSubtype="0" fill="hold" grpId="0" nodeType="withEffect">
                                  <p:stCondLst>
                                    <p:cond delay="69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50"/>
                                        <p:tgtEl>
                                          <p:spTgt spid="24"/>
                                        </p:tgtEl>
                                      </p:cBhvr>
                                    </p:animEffect>
                                    <p:anim calcmode="lin" valueType="num">
                                      <p:cBhvr>
                                        <p:cTn id="108" dur="550" decel="100000" fill="hold"/>
                                        <p:tgtEl>
                                          <p:spTgt spid="24"/>
                                        </p:tgtEl>
                                        <p:attrNameLst>
                                          <p:attrName>ppt_x</p:attrName>
                                        </p:attrNameLst>
                                      </p:cBhvr>
                                      <p:tavLst>
                                        <p:tav tm="0">
                                          <p:val>
                                            <p:strVal val="#ppt_x"/>
                                          </p:val>
                                        </p:tav>
                                        <p:tav tm="100000">
                                          <p:val>
                                            <p:strVal val="#ppt_x"/>
                                          </p:val>
                                        </p:tav>
                                      </p:tavLst>
                                    </p:anim>
                                    <p:anim calcmode="lin" valueType="num">
                                      <p:cBhvr>
                                        <p:cTn id="109" dur="550" decel="100000" fill="hold"/>
                                        <p:tgtEl>
                                          <p:spTgt spid="24"/>
                                        </p:tgtEl>
                                        <p:attrNameLst>
                                          <p:attrName>ppt_y</p:attrName>
                                        </p:attrNameLst>
                                      </p:cBhvr>
                                      <p:tavLst>
                                        <p:tav tm="0">
                                          <p:val>
                                            <p:strVal val="#ppt_y+.035"/>
                                          </p:val>
                                        </p:tav>
                                        <p:tav tm="100000">
                                          <p:val>
                                            <p:strVal val="#ppt_y"/>
                                          </p:val>
                                        </p:tav>
                                      </p:tavLst>
                                    </p:anim>
                                  </p:childTnLst>
                                </p:cTn>
                              </p:par>
                              <p:par>
                                <p:cTn id="110" presetID="42" presetClass="entr" presetSubtype="0" fill="hold" grpId="0" nodeType="withEffect">
                                  <p:stCondLst>
                                    <p:cond delay="69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50"/>
                                        <p:tgtEl>
                                          <p:spTgt spid="25"/>
                                        </p:tgtEl>
                                      </p:cBhvr>
                                    </p:animEffect>
                                    <p:anim calcmode="lin" valueType="num">
                                      <p:cBhvr>
                                        <p:cTn id="113" dur="550" decel="100000" fill="hold"/>
                                        <p:tgtEl>
                                          <p:spTgt spid="25"/>
                                        </p:tgtEl>
                                        <p:attrNameLst>
                                          <p:attrName>ppt_x</p:attrName>
                                        </p:attrNameLst>
                                      </p:cBhvr>
                                      <p:tavLst>
                                        <p:tav tm="0">
                                          <p:val>
                                            <p:strVal val="#ppt_x"/>
                                          </p:val>
                                        </p:tav>
                                        <p:tav tm="100000">
                                          <p:val>
                                            <p:strVal val="#ppt_x"/>
                                          </p:val>
                                        </p:tav>
                                      </p:tavLst>
                                    </p:anim>
                                    <p:anim calcmode="lin" valueType="num">
                                      <p:cBhvr>
                                        <p:cTn id="114" dur="550" decel="100000" fill="hold"/>
                                        <p:tgtEl>
                                          <p:spTgt spid="25"/>
                                        </p:tgtEl>
                                        <p:attrNameLst>
                                          <p:attrName>ppt_y</p:attrName>
                                        </p:attrNameLst>
                                      </p:cBhvr>
                                      <p:tavLst>
                                        <p:tav tm="0">
                                          <p:val>
                                            <p:strVal val="#ppt_y+.035"/>
                                          </p:val>
                                        </p:tav>
                                        <p:tav tm="100000">
                                          <p:val>
                                            <p:strVal val="#ppt_y"/>
                                          </p:val>
                                        </p:tav>
                                      </p:tavLst>
                                    </p:anim>
                                  </p:childTnLst>
                                </p:cTn>
                              </p:par>
                              <p:par>
                                <p:cTn id="115" presetID="42" presetClass="entr" presetSubtype="0" fill="hold" grpId="0" nodeType="withEffect">
                                  <p:stCondLst>
                                    <p:cond delay="91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50"/>
                                        <p:tgtEl>
                                          <p:spTgt spid="26"/>
                                        </p:tgtEl>
                                      </p:cBhvr>
                                    </p:animEffect>
                                    <p:anim calcmode="lin" valueType="num">
                                      <p:cBhvr>
                                        <p:cTn id="118" dur="550" decel="100000" fill="hold"/>
                                        <p:tgtEl>
                                          <p:spTgt spid="26"/>
                                        </p:tgtEl>
                                        <p:attrNameLst>
                                          <p:attrName>ppt_x</p:attrName>
                                        </p:attrNameLst>
                                      </p:cBhvr>
                                      <p:tavLst>
                                        <p:tav tm="0">
                                          <p:val>
                                            <p:strVal val="#ppt_x"/>
                                          </p:val>
                                        </p:tav>
                                        <p:tav tm="100000">
                                          <p:val>
                                            <p:strVal val="#ppt_x"/>
                                          </p:val>
                                        </p:tav>
                                      </p:tavLst>
                                    </p:anim>
                                    <p:anim calcmode="lin" valueType="num">
                                      <p:cBhvr>
                                        <p:cTn id="119" dur="550" decel="100000" fill="hold"/>
                                        <p:tgtEl>
                                          <p:spTgt spid="26"/>
                                        </p:tgtEl>
                                        <p:attrNameLst>
                                          <p:attrName>ppt_y</p:attrName>
                                        </p:attrNameLst>
                                      </p:cBhvr>
                                      <p:tavLst>
                                        <p:tav tm="0">
                                          <p:val>
                                            <p:strVal val="#ppt_y+.035"/>
                                          </p:val>
                                        </p:tav>
                                        <p:tav tm="100000">
                                          <p:val>
                                            <p:strVal val="#ppt_y"/>
                                          </p:val>
                                        </p:tav>
                                      </p:tavLst>
                                    </p:anim>
                                  </p:childTnLst>
                                </p:cTn>
                              </p:par>
                              <p:par>
                                <p:cTn id="120" presetID="42" presetClass="entr" presetSubtype="0" fill="hold" grpId="0" nodeType="withEffect">
                                  <p:stCondLst>
                                    <p:cond delay="91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50"/>
                                        <p:tgtEl>
                                          <p:spTgt spid="27"/>
                                        </p:tgtEl>
                                      </p:cBhvr>
                                    </p:animEffect>
                                    <p:anim calcmode="lin" valueType="num">
                                      <p:cBhvr>
                                        <p:cTn id="123" dur="550" decel="100000" fill="hold"/>
                                        <p:tgtEl>
                                          <p:spTgt spid="27"/>
                                        </p:tgtEl>
                                        <p:attrNameLst>
                                          <p:attrName>ppt_x</p:attrName>
                                        </p:attrNameLst>
                                      </p:cBhvr>
                                      <p:tavLst>
                                        <p:tav tm="0">
                                          <p:val>
                                            <p:strVal val="#ppt_x"/>
                                          </p:val>
                                        </p:tav>
                                        <p:tav tm="100000">
                                          <p:val>
                                            <p:strVal val="#ppt_x"/>
                                          </p:val>
                                        </p:tav>
                                      </p:tavLst>
                                    </p:anim>
                                    <p:anim calcmode="lin" valueType="num">
                                      <p:cBhvr>
                                        <p:cTn id="124" dur="550" decel="100000" fill="hold"/>
                                        <p:tgtEl>
                                          <p:spTgt spid="27"/>
                                        </p:tgtEl>
                                        <p:attrNameLst>
                                          <p:attrName>ppt_y</p:attrName>
                                        </p:attrNameLst>
                                      </p:cBhvr>
                                      <p:tavLst>
                                        <p:tav tm="0">
                                          <p:val>
                                            <p:strVal val="#ppt_y+.035"/>
                                          </p:val>
                                        </p:tav>
                                        <p:tav tm="100000">
                                          <p:val>
                                            <p:strVal val="#ppt_y"/>
                                          </p:val>
                                        </p:tav>
                                      </p:tavLst>
                                    </p:anim>
                                  </p:childTnLst>
                                </p:cTn>
                              </p:par>
                              <p:par>
                                <p:cTn id="125" presetID="42" presetClass="entr" presetSubtype="0" fill="hold" grpId="0" nodeType="withEffect">
                                  <p:stCondLst>
                                    <p:cond delay="91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50"/>
                                        <p:tgtEl>
                                          <p:spTgt spid="28"/>
                                        </p:tgtEl>
                                      </p:cBhvr>
                                    </p:animEffect>
                                    <p:anim calcmode="lin" valueType="num">
                                      <p:cBhvr>
                                        <p:cTn id="128" dur="550" decel="100000" fill="hold"/>
                                        <p:tgtEl>
                                          <p:spTgt spid="28"/>
                                        </p:tgtEl>
                                        <p:attrNameLst>
                                          <p:attrName>ppt_x</p:attrName>
                                        </p:attrNameLst>
                                      </p:cBhvr>
                                      <p:tavLst>
                                        <p:tav tm="0">
                                          <p:val>
                                            <p:strVal val="#ppt_x"/>
                                          </p:val>
                                        </p:tav>
                                        <p:tav tm="100000">
                                          <p:val>
                                            <p:strVal val="#ppt_x"/>
                                          </p:val>
                                        </p:tav>
                                      </p:tavLst>
                                    </p:anim>
                                    <p:anim calcmode="lin" valueType="num">
                                      <p:cBhvr>
                                        <p:cTn id="129" dur="550" decel="100000" fill="hold"/>
                                        <p:tgtEl>
                                          <p:spTgt spid="28"/>
                                        </p:tgtEl>
                                        <p:attrNameLst>
                                          <p:attrName>ppt_y</p:attrName>
                                        </p:attrNameLst>
                                      </p:cBhvr>
                                      <p:tavLst>
                                        <p:tav tm="0">
                                          <p:val>
                                            <p:strVal val="#ppt_y+.035"/>
                                          </p:val>
                                        </p:tav>
                                        <p:tav tm="100000">
                                          <p:val>
                                            <p:strVal val="#ppt_y"/>
                                          </p:val>
                                        </p:tav>
                                      </p:tavLst>
                                    </p:anim>
                                  </p:childTnLst>
                                </p:cTn>
                              </p:par>
                              <p:par>
                                <p:cTn id="130" presetID="42" presetClass="entr" presetSubtype="0" fill="hold" grpId="0" nodeType="withEffect">
                                  <p:stCondLst>
                                    <p:cond delay="113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550"/>
                                        <p:tgtEl>
                                          <p:spTgt spid="29"/>
                                        </p:tgtEl>
                                      </p:cBhvr>
                                    </p:animEffect>
                                    <p:anim calcmode="lin" valueType="num">
                                      <p:cBhvr>
                                        <p:cTn id="133" dur="550" decel="100000" fill="hold"/>
                                        <p:tgtEl>
                                          <p:spTgt spid="29"/>
                                        </p:tgtEl>
                                        <p:attrNameLst>
                                          <p:attrName>ppt_x</p:attrName>
                                        </p:attrNameLst>
                                      </p:cBhvr>
                                      <p:tavLst>
                                        <p:tav tm="0">
                                          <p:val>
                                            <p:strVal val="#ppt_x"/>
                                          </p:val>
                                        </p:tav>
                                        <p:tav tm="100000">
                                          <p:val>
                                            <p:strVal val="#ppt_x"/>
                                          </p:val>
                                        </p:tav>
                                      </p:tavLst>
                                    </p:anim>
                                    <p:anim calcmode="lin" valueType="num">
                                      <p:cBhvr>
                                        <p:cTn id="134" dur="550" decel="100000" fill="hold"/>
                                        <p:tgtEl>
                                          <p:spTgt spid="29"/>
                                        </p:tgtEl>
                                        <p:attrNameLst>
                                          <p:attrName>ppt_y</p:attrName>
                                        </p:attrNameLst>
                                      </p:cBhvr>
                                      <p:tavLst>
                                        <p:tav tm="0">
                                          <p:val>
                                            <p:strVal val="#ppt_y+.035"/>
                                          </p:val>
                                        </p:tav>
                                        <p:tav tm="100000">
                                          <p:val>
                                            <p:strVal val="#ppt_y"/>
                                          </p:val>
                                        </p:tav>
                                      </p:tavLst>
                                    </p:anim>
                                  </p:childTnLst>
                                </p:cTn>
                              </p:par>
                              <p:par>
                                <p:cTn id="135" presetID="42" presetClass="entr" presetSubtype="0" fill="hold" grpId="0" nodeType="withEffect">
                                  <p:stCondLst>
                                    <p:cond delay="113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550"/>
                                        <p:tgtEl>
                                          <p:spTgt spid="30"/>
                                        </p:tgtEl>
                                      </p:cBhvr>
                                    </p:animEffect>
                                    <p:anim calcmode="lin" valueType="num">
                                      <p:cBhvr>
                                        <p:cTn id="138" dur="550" decel="100000" fill="hold"/>
                                        <p:tgtEl>
                                          <p:spTgt spid="30"/>
                                        </p:tgtEl>
                                        <p:attrNameLst>
                                          <p:attrName>ppt_x</p:attrName>
                                        </p:attrNameLst>
                                      </p:cBhvr>
                                      <p:tavLst>
                                        <p:tav tm="0">
                                          <p:val>
                                            <p:strVal val="#ppt_x"/>
                                          </p:val>
                                        </p:tav>
                                        <p:tav tm="100000">
                                          <p:val>
                                            <p:strVal val="#ppt_x"/>
                                          </p:val>
                                        </p:tav>
                                      </p:tavLst>
                                    </p:anim>
                                    <p:anim calcmode="lin" valueType="num">
                                      <p:cBhvr>
                                        <p:cTn id="139" dur="550" decel="100000" fill="hold"/>
                                        <p:tgtEl>
                                          <p:spTgt spid="30"/>
                                        </p:tgtEl>
                                        <p:attrNameLst>
                                          <p:attrName>ppt_y</p:attrName>
                                        </p:attrNameLst>
                                      </p:cBhvr>
                                      <p:tavLst>
                                        <p:tav tm="0">
                                          <p:val>
                                            <p:strVal val="#ppt_y+.035"/>
                                          </p:val>
                                        </p:tav>
                                        <p:tav tm="100000">
                                          <p:val>
                                            <p:strVal val="#ppt_y"/>
                                          </p:val>
                                        </p:tav>
                                      </p:tavLst>
                                    </p:anim>
                                  </p:childTnLst>
                                </p:cTn>
                              </p:par>
                              <p:par>
                                <p:cTn id="140" presetID="42" presetClass="entr" presetSubtype="0" fill="hold" grpId="0" nodeType="withEffect">
                                  <p:stCondLst>
                                    <p:cond delay="113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50"/>
                                        <p:tgtEl>
                                          <p:spTgt spid="31"/>
                                        </p:tgtEl>
                                      </p:cBhvr>
                                    </p:animEffect>
                                    <p:anim calcmode="lin" valueType="num">
                                      <p:cBhvr>
                                        <p:cTn id="143" dur="550" decel="100000" fill="hold"/>
                                        <p:tgtEl>
                                          <p:spTgt spid="31"/>
                                        </p:tgtEl>
                                        <p:attrNameLst>
                                          <p:attrName>ppt_x</p:attrName>
                                        </p:attrNameLst>
                                      </p:cBhvr>
                                      <p:tavLst>
                                        <p:tav tm="0">
                                          <p:val>
                                            <p:strVal val="#ppt_x"/>
                                          </p:val>
                                        </p:tav>
                                        <p:tav tm="100000">
                                          <p:val>
                                            <p:strVal val="#ppt_x"/>
                                          </p:val>
                                        </p:tav>
                                      </p:tavLst>
                                    </p:anim>
                                    <p:anim calcmode="lin" valueType="num">
                                      <p:cBhvr>
                                        <p:cTn id="144" dur="550" decel="100000" fill="hold"/>
                                        <p:tgtEl>
                                          <p:spTgt spid="31"/>
                                        </p:tgtEl>
                                        <p:attrNameLst>
                                          <p:attrName>ppt_y</p:attrName>
                                        </p:attrNameLst>
                                      </p:cBhvr>
                                      <p:tavLst>
                                        <p:tav tm="0">
                                          <p:val>
                                            <p:strVal val="#ppt_y+.035"/>
                                          </p:val>
                                        </p:tav>
                                        <p:tav tm="100000">
                                          <p:val>
                                            <p:strVal val="#ppt_y"/>
                                          </p:val>
                                        </p:tav>
                                      </p:tavLst>
                                    </p:anim>
                                  </p:childTnLst>
                                </p:cTn>
                              </p:par>
                              <p:par>
                                <p:cTn id="145" presetID="42" presetClass="entr" presetSubtype="0" fill="hold" grpId="0" nodeType="withEffect">
                                  <p:stCondLst>
                                    <p:cond delay="135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550"/>
                                        <p:tgtEl>
                                          <p:spTgt spid="32"/>
                                        </p:tgtEl>
                                      </p:cBhvr>
                                    </p:animEffect>
                                    <p:anim calcmode="lin" valueType="num">
                                      <p:cBhvr>
                                        <p:cTn id="148" dur="550" decel="100000" fill="hold"/>
                                        <p:tgtEl>
                                          <p:spTgt spid="32"/>
                                        </p:tgtEl>
                                        <p:attrNameLst>
                                          <p:attrName>ppt_x</p:attrName>
                                        </p:attrNameLst>
                                      </p:cBhvr>
                                      <p:tavLst>
                                        <p:tav tm="0">
                                          <p:val>
                                            <p:strVal val="#ppt_x"/>
                                          </p:val>
                                        </p:tav>
                                        <p:tav tm="100000">
                                          <p:val>
                                            <p:strVal val="#ppt_x"/>
                                          </p:val>
                                        </p:tav>
                                      </p:tavLst>
                                    </p:anim>
                                    <p:anim calcmode="lin" valueType="num">
                                      <p:cBhvr>
                                        <p:cTn id="149" dur="550" decel="100000" fill="hold"/>
                                        <p:tgtEl>
                                          <p:spTgt spid="32"/>
                                        </p:tgtEl>
                                        <p:attrNameLst>
                                          <p:attrName>ppt_y</p:attrName>
                                        </p:attrNameLst>
                                      </p:cBhvr>
                                      <p:tavLst>
                                        <p:tav tm="0">
                                          <p:val>
                                            <p:strVal val="#ppt_y+.035"/>
                                          </p:val>
                                        </p:tav>
                                        <p:tav tm="100000">
                                          <p:val>
                                            <p:strVal val="#ppt_y"/>
                                          </p:val>
                                        </p:tav>
                                      </p:tavLst>
                                    </p:anim>
                                  </p:childTnLst>
                                </p:cTn>
                              </p:par>
                              <p:par>
                                <p:cTn id="150" presetID="42" presetClass="entr" presetSubtype="0" fill="hold" grpId="0" nodeType="withEffect">
                                  <p:stCondLst>
                                    <p:cond delay="1350"/>
                                  </p:stCondLst>
                                  <p:childTnLst>
                                    <p:set>
                                      <p:cBhvr>
                                        <p:cTn id="151" dur="1" fill="hold">
                                          <p:stCondLst>
                                            <p:cond delay="0"/>
                                          </p:stCondLst>
                                        </p:cTn>
                                        <p:tgtEl>
                                          <p:spTgt spid="33"/>
                                        </p:tgtEl>
                                        <p:attrNameLst>
                                          <p:attrName>style.visibility</p:attrName>
                                        </p:attrNameLst>
                                      </p:cBhvr>
                                      <p:to>
                                        <p:strVal val="visible"/>
                                      </p:to>
                                    </p:set>
                                    <p:animEffect transition="in" filter="fade">
                                      <p:cBhvr>
                                        <p:cTn id="152" dur="550"/>
                                        <p:tgtEl>
                                          <p:spTgt spid="33"/>
                                        </p:tgtEl>
                                      </p:cBhvr>
                                    </p:animEffect>
                                    <p:anim calcmode="lin" valueType="num">
                                      <p:cBhvr>
                                        <p:cTn id="153" dur="550" decel="100000" fill="hold"/>
                                        <p:tgtEl>
                                          <p:spTgt spid="33"/>
                                        </p:tgtEl>
                                        <p:attrNameLst>
                                          <p:attrName>ppt_x</p:attrName>
                                        </p:attrNameLst>
                                      </p:cBhvr>
                                      <p:tavLst>
                                        <p:tav tm="0">
                                          <p:val>
                                            <p:strVal val="#ppt_x"/>
                                          </p:val>
                                        </p:tav>
                                        <p:tav tm="100000">
                                          <p:val>
                                            <p:strVal val="#ppt_x"/>
                                          </p:val>
                                        </p:tav>
                                      </p:tavLst>
                                    </p:anim>
                                    <p:anim calcmode="lin" valueType="num">
                                      <p:cBhvr>
                                        <p:cTn id="154" dur="550" decel="100000" fill="hold"/>
                                        <p:tgtEl>
                                          <p:spTgt spid="33"/>
                                        </p:tgtEl>
                                        <p:attrNameLst>
                                          <p:attrName>ppt_y</p:attrName>
                                        </p:attrNameLst>
                                      </p:cBhvr>
                                      <p:tavLst>
                                        <p:tav tm="0">
                                          <p:val>
                                            <p:strVal val="#ppt_y+.035"/>
                                          </p:val>
                                        </p:tav>
                                        <p:tav tm="100000">
                                          <p:val>
                                            <p:strVal val="#ppt_y"/>
                                          </p:val>
                                        </p:tav>
                                      </p:tavLst>
                                    </p:anim>
                                  </p:childTnLst>
                                </p:cTn>
                              </p:par>
                              <p:par>
                                <p:cTn id="155" presetID="42" presetClass="entr" presetSubtype="0" fill="hold" grpId="0" nodeType="withEffect">
                                  <p:stCondLst>
                                    <p:cond delay="157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50"/>
                                        <p:tgtEl>
                                          <p:spTgt spid="34"/>
                                        </p:tgtEl>
                                      </p:cBhvr>
                                    </p:animEffect>
                                    <p:anim calcmode="lin" valueType="num">
                                      <p:cBhvr>
                                        <p:cTn id="158" dur="550" decel="100000" fill="hold"/>
                                        <p:tgtEl>
                                          <p:spTgt spid="34"/>
                                        </p:tgtEl>
                                        <p:attrNameLst>
                                          <p:attrName>ppt_x</p:attrName>
                                        </p:attrNameLst>
                                      </p:cBhvr>
                                      <p:tavLst>
                                        <p:tav tm="0">
                                          <p:val>
                                            <p:strVal val="#ppt_x"/>
                                          </p:val>
                                        </p:tav>
                                        <p:tav tm="100000">
                                          <p:val>
                                            <p:strVal val="#ppt_x"/>
                                          </p:val>
                                        </p:tav>
                                      </p:tavLst>
                                    </p:anim>
                                    <p:anim calcmode="lin" valueType="num">
                                      <p:cBhvr>
                                        <p:cTn id="159" dur="550" decel="100000" fill="hold"/>
                                        <p:tgtEl>
                                          <p:spTgt spid="34"/>
                                        </p:tgtEl>
                                        <p:attrNameLst>
                                          <p:attrName>ppt_y</p:attrName>
                                        </p:attrNameLst>
                                      </p:cBhvr>
                                      <p:tavLst>
                                        <p:tav tm="0">
                                          <p:val>
                                            <p:strVal val="#ppt_y+.035"/>
                                          </p:val>
                                        </p:tav>
                                        <p:tav tm="100000">
                                          <p:val>
                                            <p:strVal val="#ppt_y"/>
                                          </p:val>
                                        </p:tav>
                                      </p:tavLst>
                                    </p:anim>
                                  </p:childTnLst>
                                </p:cTn>
                              </p:par>
                              <p:par>
                                <p:cTn id="160" presetID="42" presetClass="entr" presetSubtype="0" fill="hold" grpId="0" nodeType="withEffect">
                                  <p:stCondLst>
                                    <p:cond delay="157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550"/>
                                        <p:tgtEl>
                                          <p:spTgt spid="35"/>
                                        </p:tgtEl>
                                      </p:cBhvr>
                                    </p:animEffect>
                                    <p:anim calcmode="lin" valueType="num">
                                      <p:cBhvr>
                                        <p:cTn id="163" dur="550" decel="100000" fill="hold"/>
                                        <p:tgtEl>
                                          <p:spTgt spid="35"/>
                                        </p:tgtEl>
                                        <p:attrNameLst>
                                          <p:attrName>ppt_x</p:attrName>
                                        </p:attrNameLst>
                                      </p:cBhvr>
                                      <p:tavLst>
                                        <p:tav tm="0">
                                          <p:val>
                                            <p:strVal val="#ppt_x"/>
                                          </p:val>
                                        </p:tav>
                                        <p:tav tm="100000">
                                          <p:val>
                                            <p:strVal val="#ppt_x"/>
                                          </p:val>
                                        </p:tav>
                                      </p:tavLst>
                                    </p:anim>
                                    <p:anim calcmode="lin" valueType="num">
                                      <p:cBhvr>
                                        <p:cTn id="164" dur="550" decel="100000" fill="hold"/>
                                        <p:tgtEl>
                                          <p:spTgt spid="35"/>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rb"/>
          <p:cNvSpPr/>
          <p:nvPr/>
        </p:nvSpPr>
        <p:spPr>
          <a:xfrm>
            <a:off x="7863840" y="3108960"/>
            <a:ext cx="5120640" cy="5120640"/>
          </a:xfrm>
          <a:prstGeom prst="ellipse">
            <a:avLst/>
          </a:prstGeom>
          <a:solidFill>
            <a:srgbClr val="F472B6">
              <a:alpha val="38000"/>
            </a:srgbClr>
          </a:solidFill>
          <a:ln w="12700">
            <a:solidFill>
              <a:srgbClr val="F472B6"/>
            </a:solidFill>
            <a:prstDash val="solid"/>
          </a:ln>
          <a:effectLst>
            <a:softEdge rad="1700000"/>
          </a:effectLst>
        </p:spPr>
      </p:sp>
      <p:sp>
        <p:nvSpPr>
          <p:cNvPr id="3" name="s7 Text 1"/>
          <p:cNvSpPr/>
          <p:nvPr>
            <p:ph idx="101" type="title" hasCustomPrompt="1"/>
          </p:nvPr>
        </p:nvSpPr>
        <p:spPr>
          <a:xfrm>
            <a:off x="640080" y="457200"/>
            <a:ext cx="10908792" cy="777240"/>
          </a:xfrm>
          <a:prstGeom prst="rect">
            <a:avLst/>
          </a:prstGeom>
          <a:noFill/>
          <a:ln/>
        </p:spPr>
        <p:txBody>
          <a:bodyPr wrap="square" lIns="0" tIns="0" rIns="0" bIns="0" rtlCol="0" anchor="ctr"/>
          <a:lstStyle/>
          <a:p>
            <a:pPr algn="l" indent="0" marL="0">
              <a:buNone/>
            </a:pPr>
            <a:r>
              <a:rPr lang="en-US" sz="2600" dirty="0">
                <a:solidFill>
                  <a:srgbClr val="F1F5F9"/>
                </a:solidFill>
                <a:latin typeface="Arial Black" pitchFamily="34" charset="0"/>
                <a:ea typeface="Arial Black" pitchFamily="34" charset="-122"/>
                <a:cs typeface="Arial Black" pitchFamily="34" charset="-120"/>
              </a:rPr>
              <a:t>Hosts see who is coming</a:t>
            </a:r>
            <a:endParaRPr lang="en-US" sz="2600" dirty="0"/>
          </a:p>
        </p:txBody>
      </p:sp>
      <p:sp>
        <p:nvSpPr>
          <p:cNvPr id="4" name="anim-1-150"/>
          <p:cNvSpPr/>
          <p:nvPr/>
        </p:nvSpPr>
        <p:spPr>
          <a:xfrm>
            <a:off x="640080" y="1371600"/>
            <a:ext cx="6858000" cy="4018788"/>
          </a:xfrm>
          <a:prstGeom prst="roundRect">
            <a:avLst>
              <a:gd name="adj" fmla="val 2730"/>
            </a:avLst>
          </a:prstGeom>
          <a:solidFill>
            <a:srgbClr val="1B1B38"/>
          </a:solidFill>
          <a:ln w="12700">
            <a:solidFill>
              <a:srgbClr val="34345E"/>
            </a:solidFill>
            <a:prstDash val="solid"/>
          </a:ln>
        </p:spPr>
      </p:sp>
      <p:sp>
        <p:nvSpPr>
          <p:cNvPr id="5" name="anim-1-151"/>
          <p:cNvSpPr/>
          <p:nvPr/>
        </p:nvSpPr>
        <p:spPr>
          <a:xfrm>
            <a:off x="804672" y="1453896"/>
            <a:ext cx="109728" cy="109728"/>
          </a:xfrm>
          <a:prstGeom prst="ellipse">
            <a:avLst/>
          </a:prstGeom>
          <a:solidFill>
            <a:srgbClr val="F87171"/>
          </a:solidFill>
          <a:ln w="12700">
            <a:solidFill>
              <a:srgbClr val="F87171"/>
            </a:solidFill>
            <a:prstDash val="solid"/>
          </a:ln>
        </p:spPr>
      </p:sp>
      <p:sp>
        <p:nvSpPr>
          <p:cNvPr id="6" name="anim-1-152"/>
          <p:cNvSpPr/>
          <p:nvPr/>
        </p:nvSpPr>
        <p:spPr>
          <a:xfrm>
            <a:off x="987552" y="1453896"/>
            <a:ext cx="109728" cy="109728"/>
          </a:xfrm>
          <a:prstGeom prst="ellipse">
            <a:avLst/>
          </a:prstGeom>
          <a:solidFill>
            <a:srgbClr val="FBBF24"/>
          </a:solidFill>
          <a:ln w="12700">
            <a:solidFill>
              <a:srgbClr val="FBBF24"/>
            </a:solidFill>
            <a:prstDash val="solid"/>
          </a:ln>
        </p:spPr>
      </p:sp>
      <p:sp>
        <p:nvSpPr>
          <p:cNvPr id="7" name="anim-1-153"/>
          <p:cNvSpPr/>
          <p:nvPr/>
        </p:nvSpPr>
        <p:spPr>
          <a:xfrm>
            <a:off x="1170432" y="1453896"/>
            <a:ext cx="109728" cy="109728"/>
          </a:xfrm>
          <a:prstGeom prst="ellipse">
            <a:avLst/>
          </a:prstGeom>
          <a:solidFill>
            <a:srgbClr val="4ADE80"/>
          </a:solidFill>
          <a:ln w="12700">
            <a:solidFill>
              <a:srgbClr val="4ADE80"/>
            </a:solidFill>
            <a:prstDash val="solid"/>
          </a:ln>
        </p:spPr>
      </p:sp>
      <p:pic>
        <p:nvPicPr>
          <p:cNvPr id="8" name="anim-1-154" descr="Attendee dashboard with check-in switches">    </p:cNvPr>
          <p:cNvPicPr>
            <a:picLocks noChangeAspect="1"/>
          </p:cNvPicPr>
          <p:nvPr/>
        </p:nvPicPr>
        <p:blipFill>
          <a:blip r:embed="rId1"/>
          <a:stretch>
            <a:fillRect/>
          </a:stretch>
        </p:blipFill>
        <p:spPr>
          <a:xfrm>
            <a:off x="704088" y="1645920"/>
            <a:ext cx="6729984" cy="3680460"/>
          </a:xfrm>
          <a:prstGeom prst="rect">
            <a:avLst/>
          </a:prstGeom>
        </p:spPr>
      </p:pic>
      <p:sp>
        <p:nvSpPr>
          <p:cNvPr id="9" name="anim-2-155"/>
          <p:cNvSpPr/>
          <p:nvPr/>
        </p:nvSpPr>
        <p:spPr>
          <a:xfrm>
            <a:off x="7909560" y="1463040"/>
            <a:ext cx="731520" cy="731520"/>
          </a:xfrm>
          <a:prstGeom prst="ellipse">
            <a:avLst/>
          </a:prstGeom>
          <a:solidFill>
            <a:srgbClr val="A5B4FC">
              <a:alpha val="22000"/>
            </a:srgbClr>
          </a:solidFill>
          <a:ln w="12700">
            <a:solidFill>
              <a:srgbClr val="A5B4FC"/>
            </a:solidFill>
            <a:prstDash val="solid"/>
          </a:ln>
        </p:spPr>
      </p:sp>
      <p:pic>
        <p:nvPicPr>
          <p:cNvPr id="10" name="anim-2-156" descr="preencoded.png">    </p:cNvPr>
          <p:cNvPicPr>
            <a:picLocks noChangeAspect="1"/>
          </p:cNvPicPr>
          <p:nvPr/>
        </p:nvPicPr>
        <p:blipFill>
          <a:blip r:embed="rId2"/>
          <a:stretch>
            <a:fillRect/>
          </a:stretch>
        </p:blipFill>
        <p:spPr>
          <a:xfrm>
            <a:off x="8092440" y="1645920"/>
            <a:ext cx="365760" cy="365760"/>
          </a:xfrm>
          <a:prstGeom prst="rect">
            <a:avLst/>
          </a:prstGeom>
        </p:spPr>
      </p:pic>
      <p:sp>
        <p:nvSpPr>
          <p:cNvPr id="11" name="anim-2-157"/>
          <p:cNvSpPr txBox="1"/>
          <p:nvPr/>
        </p:nvSpPr>
        <p:spPr>
          <a:xfrm>
            <a:off x="8823960" y="1444752"/>
            <a:ext cx="2743200" cy="36576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Live check-in</a:t>
            </a:r>
            <a:endParaRPr lang="en-US" sz="2000" dirty="0"/>
          </a:p>
        </p:txBody>
      </p:sp>
      <p:sp>
        <p:nvSpPr>
          <p:cNvPr id="12" name="anim-2-158"/>
          <p:cNvSpPr txBox="1"/>
          <p:nvPr/>
        </p:nvSpPr>
        <p:spPr>
          <a:xfrm>
            <a:off x="8823960" y="1847088"/>
            <a:ext cx="2743200" cy="82296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A switch per person, saved at once with AJAX.</a:t>
            </a:r>
            <a:endParaRPr lang="en-US" sz="1500" dirty="0"/>
          </a:p>
        </p:txBody>
      </p:sp>
      <p:sp>
        <p:nvSpPr>
          <p:cNvPr id="13" name="anim-3-159"/>
          <p:cNvSpPr/>
          <p:nvPr/>
        </p:nvSpPr>
        <p:spPr>
          <a:xfrm>
            <a:off x="7909560" y="2834640"/>
            <a:ext cx="731520" cy="731520"/>
          </a:xfrm>
          <a:prstGeom prst="ellipse">
            <a:avLst/>
          </a:prstGeom>
          <a:solidFill>
            <a:srgbClr val="F97316">
              <a:alpha val="22000"/>
            </a:srgbClr>
          </a:solidFill>
          <a:ln w="12700">
            <a:solidFill>
              <a:srgbClr val="F97316"/>
            </a:solidFill>
            <a:prstDash val="solid"/>
          </a:ln>
        </p:spPr>
      </p:sp>
      <p:pic>
        <p:nvPicPr>
          <p:cNvPr id="14" name="anim-3-160" descr="preencoded.png">    </p:cNvPr>
          <p:cNvPicPr>
            <a:picLocks noChangeAspect="1"/>
          </p:cNvPicPr>
          <p:nvPr/>
        </p:nvPicPr>
        <p:blipFill>
          <a:blip r:embed="rId3"/>
          <a:stretch>
            <a:fillRect/>
          </a:stretch>
        </p:blipFill>
        <p:spPr>
          <a:xfrm>
            <a:off x="8092440" y="3017520"/>
            <a:ext cx="365760" cy="365760"/>
          </a:xfrm>
          <a:prstGeom prst="rect">
            <a:avLst/>
          </a:prstGeom>
        </p:spPr>
      </p:pic>
      <p:sp>
        <p:nvSpPr>
          <p:cNvPr id="15" name="anim-3-161"/>
          <p:cNvSpPr txBox="1"/>
          <p:nvPr/>
        </p:nvSpPr>
        <p:spPr>
          <a:xfrm>
            <a:off x="8823960" y="2816352"/>
            <a:ext cx="2743200" cy="36576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Waitlist view</a:t>
            </a:r>
            <a:endParaRPr lang="en-US" sz="2000" dirty="0"/>
          </a:p>
        </p:txBody>
      </p:sp>
      <p:sp>
        <p:nvSpPr>
          <p:cNvPr id="16" name="anim-3-162"/>
          <p:cNvSpPr txBox="1"/>
          <p:nvPr/>
        </p:nvSpPr>
        <p:spPr>
          <a:xfrm>
            <a:off x="8823960" y="3218688"/>
            <a:ext cx="2743200" cy="82296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See who is queued and in what order.</a:t>
            </a:r>
            <a:endParaRPr lang="en-US" sz="1500" dirty="0"/>
          </a:p>
        </p:txBody>
      </p:sp>
      <p:sp>
        <p:nvSpPr>
          <p:cNvPr id="17" name="anim-4-163"/>
          <p:cNvSpPr/>
          <p:nvPr/>
        </p:nvSpPr>
        <p:spPr>
          <a:xfrm>
            <a:off x="7909560" y="4206240"/>
            <a:ext cx="731520" cy="731520"/>
          </a:xfrm>
          <a:prstGeom prst="ellipse">
            <a:avLst/>
          </a:prstGeom>
          <a:solidFill>
            <a:srgbClr val="4ADE80">
              <a:alpha val="22000"/>
            </a:srgbClr>
          </a:solidFill>
          <a:ln w="12700">
            <a:solidFill>
              <a:srgbClr val="4ADE80"/>
            </a:solidFill>
            <a:prstDash val="solid"/>
          </a:ln>
        </p:spPr>
      </p:sp>
      <p:pic>
        <p:nvPicPr>
          <p:cNvPr id="18" name="anim-4-164" descr="preencoded.png">    </p:cNvPr>
          <p:cNvPicPr>
            <a:picLocks noChangeAspect="1"/>
          </p:cNvPicPr>
          <p:nvPr/>
        </p:nvPicPr>
        <p:blipFill>
          <a:blip r:embed="rId4"/>
          <a:stretch>
            <a:fillRect/>
          </a:stretch>
        </p:blipFill>
        <p:spPr>
          <a:xfrm>
            <a:off x="8092440" y="4389120"/>
            <a:ext cx="365760" cy="365760"/>
          </a:xfrm>
          <a:prstGeom prst="rect">
            <a:avLst/>
          </a:prstGeom>
        </p:spPr>
      </p:pic>
      <p:sp>
        <p:nvSpPr>
          <p:cNvPr id="19" name="anim-4-165"/>
          <p:cNvSpPr txBox="1"/>
          <p:nvPr/>
        </p:nvSpPr>
        <p:spPr>
          <a:xfrm>
            <a:off x="8823960" y="4187952"/>
            <a:ext cx="2743200" cy="36576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CSV download</a:t>
            </a:r>
            <a:endParaRPr lang="en-US" sz="2000" dirty="0"/>
          </a:p>
        </p:txBody>
      </p:sp>
      <p:sp>
        <p:nvSpPr>
          <p:cNvPr id="20" name="anim-4-166"/>
          <p:cNvSpPr txBox="1"/>
          <p:nvPr/>
        </p:nvSpPr>
        <p:spPr>
          <a:xfrm>
            <a:off x="8823960" y="4590288"/>
            <a:ext cx="2743200" cy="82296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Spreadsheet-safe: names that start with = + - or @ are escaped.</a:t>
            </a:r>
            <a:endParaRPr lang="en-US" sz="1500" dirty="0"/>
          </a:p>
        </p:txBody>
      </p:sp>
      <p:sp>
        <p:nvSpPr>
          <p:cNvPr id="25" name="s7 Slide Number Placeholder 0"/>
          <p:cNvSpPr>
            <a:spLocks noGrp="1"/>
          </p:cNvSpPr>
          <p:nvPr>
            <p:ph type="sldNum" sz="quarter" idx="4294967295"/>
          </p:nvPr>
        </p:nvSpPr>
        <p:spPr>
          <a:xfrm>
            <a:off x="1106424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ED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decel="100000" fill="hold"/>
                                        <p:tgtEl>
                                          <p:spTgt spid="4"/>
                                        </p:tgtEl>
                                        <p:attrNameLst>
                                          <p:attrName>ppt_x</p:attrName>
                                        </p:attrNameLst>
                                      </p:cBhvr>
                                      <p:tavLst>
                                        <p:tav tm="0">
                                          <p:val>
                                            <p:strVal val="#ppt_x"/>
                                          </p:val>
                                        </p:tav>
                                        <p:tav tm="100000">
                                          <p:val>
                                            <p:strVal val="#ppt_x"/>
                                          </p:val>
                                        </p:tav>
                                      </p:tavLst>
                                    </p:anim>
                                    <p:anim calcmode="lin" valueType="num">
                                      <p:cBhvr>
                                        <p:cTn id="9" dur="550" decel="100000" fill="hold"/>
                                        <p:tgtEl>
                                          <p:spTgt spid="4"/>
                                        </p:tgtEl>
                                        <p:attrNameLst>
                                          <p:attrName>ppt_y</p:attrName>
                                        </p:attrNameLst>
                                      </p:cBhvr>
                                      <p:tavLst>
                                        <p:tav tm="0">
                                          <p:val>
                                            <p:strVal val="#ppt_y+.035"/>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decel="100000" fill="hold"/>
                                        <p:tgtEl>
                                          <p:spTgt spid="5"/>
                                        </p:tgtEl>
                                        <p:attrNameLst>
                                          <p:attrName>ppt_x</p:attrName>
                                        </p:attrNameLst>
                                      </p:cBhvr>
                                      <p:tavLst>
                                        <p:tav tm="0">
                                          <p:val>
                                            <p:strVal val="#ppt_x"/>
                                          </p:val>
                                        </p:tav>
                                        <p:tav tm="100000">
                                          <p:val>
                                            <p:strVal val="#ppt_x"/>
                                          </p:val>
                                        </p:tav>
                                      </p:tavLst>
                                    </p:anim>
                                    <p:anim calcmode="lin" valueType="num">
                                      <p:cBhvr>
                                        <p:cTn id="14" dur="550" decel="100000" fill="hold"/>
                                        <p:tgtEl>
                                          <p:spTgt spid="5"/>
                                        </p:tgtEl>
                                        <p:attrNameLst>
                                          <p:attrName>ppt_y</p:attrName>
                                        </p:attrNameLst>
                                      </p:cBhvr>
                                      <p:tavLst>
                                        <p:tav tm="0">
                                          <p:val>
                                            <p:strVal val="#ppt_y+.035"/>
                                          </p:val>
                                        </p:tav>
                                        <p:tav tm="100000">
                                          <p:val>
                                            <p:strVal val="#ppt_y"/>
                                          </p:val>
                                        </p:tav>
                                      </p:tavLst>
                                    </p:anim>
                                  </p:childTnLst>
                                </p:cTn>
                              </p:par>
                              <p:par>
                                <p:cTn id="15" presetID="42" presetClass="entr" presetSubtype="0" fill="hold" grpId="0" nodeType="withEffect">
                                  <p:stCondLst>
                                    <p:cond delay="2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decel="100000" fill="hold"/>
                                        <p:tgtEl>
                                          <p:spTgt spid="6"/>
                                        </p:tgtEl>
                                        <p:attrNameLst>
                                          <p:attrName>ppt_x</p:attrName>
                                        </p:attrNameLst>
                                      </p:cBhvr>
                                      <p:tavLst>
                                        <p:tav tm="0">
                                          <p:val>
                                            <p:strVal val="#ppt_x"/>
                                          </p:val>
                                        </p:tav>
                                        <p:tav tm="100000">
                                          <p:val>
                                            <p:strVal val="#ppt_x"/>
                                          </p:val>
                                        </p:tav>
                                      </p:tavLst>
                                    </p:anim>
                                    <p:anim calcmode="lin" valueType="num">
                                      <p:cBhvr>
                                        <p:cTn id="19" dur="550" decel="100000" fill="hold"/>
                                        <p:tgtEl>
                                          <p:spTgt spid="6"/>
                                        </p:tgtEl>
                                        <p:attrNameLst>
                                          <p:attrName>ppt_y</p:attrName>
                                        </p:attrNameLst>
                                      </p:cBhvr>
                                      <p:tavLst>
                                        <p:tav tm="0">
                                          <p:val>
                                            <p:strVal val="#ppt_y+.035"/>
                                          </p:val>
                                        </p:tav>
                                        <p:tav tm="100000">
                                          <p:val>
                                            <p:strVal val="#ppt_y"/>
                                          </p:val>
                                        </p:tav>
                                      </p:tavLst>
                                    </p:anim>
                                  </p:childTnLst>
                                </p:cTn>
                              </p:par>
                              <p:par>
                                <p:cTn id="20" presetID="42" presetClass="entr" presetSubtype="0" fill="hold" grpId="0" nodeType="withEffect">
                                  <p:stCondLst>
                                    <p:cond delay="2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decel="100000" fill="hold"/>
                                        <p:tgtEl>
                                          <p:spTgt spid="7"/>
                                        </p:tgtEl>
                                        <p:attrNameLst>
                                          <p:attrName>ppt_x</p:attrName>
                                        </p:attrNameLst>
                                      </p:cBhvr>
                                      <p:tavLst>
                                        <p:tav tm="0">
                                          <p:val>
                                            <p:strVal val="#ppt_x"/>
                                          </p:val>
                                        </p:tav>
                                        <p:tav tm="100000">
                                          <p:val>
                                            <p:strVal val="#ppt_x"/>
                                          </p:val>
                                        </p:tav>
                                      </p:tavLst>
                                    </p:anim>
                                    <p:anim calcmode="lin" valueType="num">
                                      <p:cBhvr>
                                        <p:cTn id="24" dur="550" decel="100000" fill="hold"/>
                                        <p:tgtEl>
                                          <p:spTgt spid="7"/>
                                        </p:tgtEl>
                                        <p:attrNameLst>
                                          <p:attrName>ppt_y</p:attrName>
                                        </p:attrNameLst>
                                      </p:cBhvr>
                                      <p:tavLst>
                                        <p:tav tm="0">
                                          <p:val>
                                            <p:strVal val="#ppt_y+.035"/>
                                          </p:val>
                                        </p:tav>
                                        <p:tav tm="100000">
                                          <p:val>
                                            <p:strVal val="#ppt_y"/>
                                          </p:val>
                                        </p:tav>
                                      </p:tavLst>
                                    </p:anim>
                                  </p:childTnLst>
                                </p:cTn>
                              </p:par>
                              <p:par>
                                <p:cTn id="25" presetID="42" presetClass="entr" presetSubtype="0" fill="hold" nodeType="withEffect">
                                  <p:stCondLst>
                                    <p:cond delay="25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decel="100000" fill="hold"/>
                                        <p:tgtEl>
                                          <p:spTgt spid="8"/>
                                        </p:tgtEl>
                                        <p:attrNameLst>
                                          <p:attrName>ppt_x</p:attrName>
                                        </p:attrNameLst>
                                      </p:cBhvr>
                                      <p:tavLst>
                                        <p:tav tm="0">
                                          <p:val>
                                            <p:strVal val="#ppt_x"/>
                                          </p:val>
                                        </p:tav>
                                        <p:tav tm="100000">
                                          <p:val>
                                            <p:strVal val="#ppt_x"/>
                                          </p:val>
                                        </p:tav>
                                      </p:tavLst>
                                    </p:anim>
                                    <p:anim calcmode="lin" valueType="num">
                                      <p:cBhvr>
                                        <p:cTn id="29" dur="550" decel="100000" fill="hold"/>
                                        <p:tgtEl>
                                          <p:spTgt spid="8"/>
                                        </p:tgtEl>
                                        <p:attrNameLst>
                                          <p:attrName>ppt_y</p:attrName>
                                        </p:attrNameLst>
                                      </p:cBhvr>
                                      <p:tavLst>
                                        <p:tav tm="0">
                                          <p:val>
                                            <p:strVal val="#ppt_y+.035"/>
                                          </p:val>
                                        </p:tav>
                                        <p:tav tm="100000">
                                          <p:val>
                                            <p:strVal val="#ppt_y"/>
                                          </p:val>
                                        </p:tav>
                                      </p:tavLst>
                                    </p:anim>
                                  </p:childTnLst>
                                </p:cTn>
                              </p:par>
                              <p:par>
                                <p:cTn id="30" presetID="42" presetClass="entr" presetSubtype="0" fill="hold" grpId="0" nodeType="withEffect">
                                  <p:stCondLst>
                                    <p:cond delay="47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p:cTn id="33" dur="550" decel="100000" fill="hold"/>
                                        <p:tgtEl>
                                          <p:spTgt spid="9"/>
                                        </p:tgtEl>
                                        <p:attrNameLst>
                                          <p:attrName>ppt_x</p:attrName>
                                        </p:attrNameLst>
                                      </p:cBhvr>
                                      <p:tavLst>
                                        <p:tav tm="0">
                                          <p:val>
                                            <p:strVal val="#ppt_x"/>
                                          </p:val>
                                        </p:tav>
                                        <p:tav tm="100000">
                                          <p:val>
                                            <p:strVal val="#ppt_x"/>
                                          </p:val>
                                        </p:tav>
                                      </p:tavLst>
                                    </p:anim>
                                    <p:anim calcmode="lin" valueType="num">
                                      <p:cBhvr>
                                        <p:cTn id="34" dur="550" decel="100000" fill="hold"/>
                                        <p:tgtEl>
                                          <p:spTgt spid="9"/>
                                        </p:tgtEl>
                                        <p:attrNameLst>
                                          <p:attrName>ppt_y</p:attrName>
                                        </p:attrNameLst>
                                      </p:cBhvr>
                                      <p:tavLst>
                                        <p:tav tm="0">
                                          <p:val>
                                            <p:strVal val="#ppt_y+.035"/>
                                          </p:val>
                                        </p:tav>
                                        <p:tav tm="100000">
                                          <p:val>
                                            <p:strVal val="#ppt_y"/>
                                          </p:val>
                                        </p:tav>
                                      </p:tavLst>
                                    </p:anim>
                                  </p:childTnLst>
                                </p:cTn>
                              </p:par>
                              <p:par>
                                <p:cTn id="35" presetID="42" presetClass="entr" presetSubtype="0" fill="hold" nodeType="withEffect">
                                  <p:stCondLst>
                                    <p:cond delay="47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p:cTn id="38" dur="550" decel="100000" fill="hold"/>
                                        <p:tgtEl>
                                          <p:spTgt spid="10"/>
                                        </p:tgtEl>
                                        <p:attrNameLst>
                                          <p:attrName>ppt_x</p:attrName>
                                        </p:attrNameLst>
                                      </p:cBhvr>
                                      <p:tavLst>
                                        <p:tav tm="0">
                                          <p:val>
                                            <p:strVal val="#ppt_x"/>
                                          </p:val>
                                        </p:tav>
                                        <p:tav tm="100000">
                                          <p:val>
                                            <p:strVal val="#ppt_x"/>
                                          </p:val>
                                        </p:tav>
                                      </p:tavLst>
                                    </p:anim>
                                    <p:anim calcmode="lin" valueType="num">
                                      <p:cBhvr>
                                        <p:cTn id="39" dur="550" decel="100000" fill="hold"/>
                                        <p:tgtEl>
                                          <p:spTgt spid="10"/>
                                        </p:tgtEl>
                                        <p:attrNameLst>
                                          <p:attrName>ppt_y</p:attrName>
                                        </p:attrNameLst>
                                      </p:cBhvr>
                                      <p:tavLst>
                                        <p:tav tm="0">
                                          <p:val>
                                            <p:strVal val="#ppt_y+.035"/>
                                          </p:val>
                                        </p:tav>
                                        <p:tav tm="100000">
                                          <p:val>
                                            <p:strVal val="#ppt_y"/>
                                          </p:val>
                                        </p:tav>
                                      </p:tavLst>
                                    </p:anim>
                                  </p:childTnLst>
                                </p:cTn>
                              </p:par>
                              <p:par>
                                <p:cTn id="40" presetID="42" presetClass="entr" presetSubtype="0" fill="hold" grpId="0" nodeType="withEffect">
                                  <p:stCondLst>
                                    <p:cond delay="47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p:cTn id="43" dur="550" decel="100000" fill="hold"/>
                                        <p:tgtEl>
                                          <p:spTgt spid="11"/>
                                        </p:tgtEl>
                                        <p:attrNameLst>
                                          <p:attrName>ppt_x</p:attrName>
                                        </p:attrNameLst>
                                      </p:cBhvr>
                                      <p:tavLst>
                                        <p:tav tm="0">
                                          <p:val>
                                            <p:strVal val="#ppt_x"/>
                                          </p:val>
                                        </p:tav>
                                        <p:tav tm="100000">
                                          <p:val>
                                            <p:strVal val="#ppt_x"/>
                                          </p:val>
                                        </p:tav>
                                      </p:tavLst>
                                    </p:anim>
                                    <p:anim calcmode="lin" valueType="num">
                                      <p:cBhvr>
                                        <p:cTn id="44" dur="550" decel="100000" fill="hold"/>
                                        <p:tgtEl>
                                          <p:spTgt spid="11"/>
                                        </p:tgtEl>
                                        <p:attrNameLst>
                                          <p:attrName>ppt_y</p:attrName>
                                        </p:attrNameLst>
                                      </p:cBhvr>
                                      <p:tavLst>
                                        <p:tav tm="0">
                                          <p:val>
                                            <p:strVal val="#ppt_y+.035"/>
                                          </p:val>
                                        </p:tav>
                                        <p:tav tm="100000">
                                          <p:val>
                                            <p:strVal val="#ppt_y"/>
                                          </p:val>
                                        </p:tav>
                                      </p:tavLst>
                                    </p:anim>
                                  </p:childTnLst>
                                </p:cTn>
                              </p:par>
                              <p:par>
                                <p:cTn id="45" presetID="42" presetClass="entr" presetSubtype="0" fill="hold" grpId="0" nodeType="withEffect">
                                  <p:stCondLst>
                                    <p:cond delay="47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p:cTn id="48" dur="550" decel="100000" fill="hold"/>
                                        <p:tgtEl>
                                          <p:spTgt spid="12"/>
                                        </p:tgtEl>
                                        <p:attrNameLst>
                                          <p:attrName>ppt_x</p:attrName>
                                        </p:attrNameLst>
                                      </p:cBhvr>
                                      <p:tavLst>
                                        <p:tav tm="0">
                                          <p:val>
                                            <p:strVal val="#ppt_x"/>
                                          </p:val>
                                        </p:tav>
                                        <p:tav tm="100000">
                                          <p:val>
                                            <p:strVal val="#ppt_x"/>
                                          </p:val>
                                        </p:tav>
                                      </p:tavLst>
                                    </p:anim>
                                    <p:anim calcmode="lin" valueType="num">
                                      <p:cBhvr>
                                        <p:cTn id="49" dur="550" decel="100000" fill="hold"/>
                                        <p:tgtEl>
                                          <p:spTgt spid="12"/>
                                        </p:tgtEl>
                                        <p:attrNameLst>
                                          <p:attrName>ppt_y</p:attrName>
                                        </p:attrNameLst>
                                      </p:cBhvr>
                                      <p:tavLst>
                                        <p:tav tm="0">
                                          <p:val>
                                            <p:strVal val="#ppt_y+.035"/>
                                          </p:val>
                                        </p:tav>
                                        <p:tav tm="100000">
                                          <p:val>
                                            <p:strVal val="#ppt_y"/>
                                          </p:val>
                                        </p:tav>
                                      </p:tavLst>
                                    </p:anim>
                                  </p:childTnLst>
                                </p:cTn>
                              </p:par>
                              <p:par>
                                <p:cTn id="50" presetID="42" presetClass="entr" presetSubtype="0" fill="hold" grpId="0" nodeType="withEffect">
                                  <p:stCondLst>
                                    <p:cond delay="69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p:cTn id="53" dur="550" decel="100000" fill="hold"/>
                                        <p:tgtEl>
                                          <p:spTgt spid="13"/>
                                        </p:tgtEl>
                                        <p:attrNameLst>
                                          <p:attrName>ppt_x</p:attrName>
                                        </p:attrNameLst>
                                      </p:cBhvr>
                                      <p:tavLst>
                                        <p:tav tm="0">
                                          <p:val>
                                            <p:strVal val="#ppt_x"/>
                                          </p:val>
                                        </p:tav>
                                        <p:tav tm="100000">
                                          <p:val>
                                            <p:strVal val="#ppt_x"/>
                                          </p:val>
                                        </p:tav>
                                      </p:tavLst>
                                    </p:anim>
                                    <p:anim calcmode="lin" valueType="num">
                                      <p:cBhvr>
                                        <p:cTn id="54" dur="550" decel="100000" fill="hold"/>
                                        <p:tgtEl>
                                          <p:spTgt spid="13"/>
                                        </p:tgtEl>
                                        <p:attrNameLst>
                                          <p:attrName>ppt_y</p:attrName>
                                        </p:attrNameLst>
                                      </p:cBhvr>
                                      <p:tavLst>
                                        <p:tav tm="0">
                                          <p:val>
                                            <p:strVal val="#ppt_y+.035"/>
                                          </p:val>
                                        </p:tav>
                                        <p:tav tm="100000">
                                          <p:val>
                                            <p:strVal val="#ppt_y"/>
                                          </p:val>
                                        </p:tav>
                                      </p:tavLst>
                                    </p:anim>
                                  </p:childTnLst>
                                </p:cTn>
                              </p:par>
                              <p:par>
                                <p:cTn id="55" presetID="42" presetClass="entr" presetSubtype="0" fill="hold" nodeType="withEffect">
                                  <p:stCondLst>
                                    <p:cond delay="69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p:cTn id="58" dur="550" decel="100000" fill="hold"/>
                                        <p:tgtEl>
                                          <p:spTgt spid="14"/>
                                        </p:tgtEl>
                                        <p:attrNameLst>
                                          <p:attrName>ppt_x</p:attrName>
                                        </p:attrNameLst>
                                      </p:cBhvr>
                                      <p:tavLst>
                                        <p:tav tm="0">
                                          <p:val>
                                            <p:strVal val="#ppt_x"/>
                                          </p:val>
                                        </p:tav>
                                        <p:tav tm="100000">
                                          <p:val>
                                            <p:strVal val="#ppt_x"/>
                                          </p:val>
                                        </p:tav>
                                      </p:tavLst>
                                    </p:anim>
                                    <p:anim calcmode="lin" valueType="num">
                                      <p:cBhvr>
                                        <p:cTn id="59" dur="550" decel="100000" fill="hold"/>
                                        <p:tgtEl>
                                          <p:spTgt spid="14"/>
                                        </p:tgtEl>
                                        <p:attrNameLst>
                                          <p:attrName>ppt_y</p:attrName>
                                        </p:attrNameLst>
                                      </p:cBhvr>
                                      <p:tavLst>
                                        <p:tav tm="0">
                                          <p:val>
                                            <p:strVal val="#ppt_y+.035"/>
                                          </p:val>
                                        </p:tav>
                                        <p:tav tm="100000">
                                          <p:val>
                                            <p:strVal val="#ppt_y"/>
                                          </p:val>
                                        </p:tav>
                                      </p:tavLst>
                                    </p:anim>
                                  </p:childTnLst>
                                </p:cTn>
                              </p:par>
                              <p:par>
                                <p:cTn id="60" presetID="42" presetClass="entr" presetSubtype="0" fill="hold" grpId="0" nodeType="withEffect">
                                  <p:stCondLst>
                                    <p:cond delay="69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p:cTn id="63" dur="550" decel="100000" fill="hold"/>
                                        <p:tgtEl>
                                          <p:spTgt spid="15"/>
                                        </p:tgtEl>
                                        <p:attrNameLst>
                                          <p:attrName>ppt_x</p:attrName>
                                        </p:attrNameLst>
                                      </p:cBhvr>
                                      <p:tavLst>
                                        <p:tav tm="0">
                                          <p:val>
                                            <p:strVal val="#ppt_x"/>
                                          </p:val>
                                        </p:tav>
                                        <p:tav tm="100000">
                                          <p:val>
                                            <p:strVal val="#ppt_x"/>
                                          </p:val>
                                        </p:tav>
                                      </p:tavLst>
                                    </p:anim>
                                    <p:anim calcmode="lin" valueType="num">
                                      <p:cBhvr>
                                        <p:cTn id="64" dur="550" decel="100000" fill="hold"/>
                                        <p:tgtEl>
                                          <p:spTgt spid="15"/>
                                        </p:tgtEl>
                                        <p:attrNameLst>
                                          <p:attrName>ppt_y</p:attrName>
                                        </p:attrNameLst>
                                      </p:cBhvr>
                                      <p:tavLst>
                                        <p:tav tm="0">
                                          <p:val>
                                            <p:strVal val="#ppt_y+.035"/>
                                          </p:val>
                                        </p:tav>
                                        <p:tav tm="100000">
                                          <p:val>
                                            <p:strVal val="#ppt_y"/>
                                          </p:val>
                                        </p:tav>
                                      </p:tavLst>
                                    </p:anim>
                                  </p:childTnLst>
                                </p:cTn>
                              </p:par>
                              <p:par>
                                <p:cTn id="65" presetID="42" presetClass="entr" presetSubtype="0" fill="hold" grpId="0" nodeType="withEffect">
                                  <p:stCondLst>
                                    <p:cond delay="69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p:cTn id="68" dur="550" decel="100000" fill="hold"/>
                                        <p:tgtEl>
                                          <p:spTgt spid="16"/>
                                        </p:tgtEl>
                                        <p:attrNameLst>
                                          <p:attrName>ppt_x</p:attrName>
                                        </p:attrNameLst>
                                      </p:cBhvr>
                                      <p:tavLst>
                                        <p:tav tm="0">
                                          <p:val>
                                            <p:strVal val="#ppt_x"/>
                                          </p:val>
                                        </p:tav>
                                        <p:tav tm="100000">
                                          <p:val>
                                            <p:strVal val="#ppt_x"/>
                                          </p:val>
                                        </p:tav>
                                      </p:tavLst>
                                    </p:anim>
                                    <p:anim calcmode="lin" valueType="num">
                                      <p:cBhvr>
                                        <p:cTn id="69" dur="550" decel="100000" fill="hold"/>
                                        <p:tgtEl>
                                          <p:spTgt spid="16"/>
                                        </p:tgtEl>
                                        <p:attrNameLst>
                                          <p:attrName>ppt_y</p:attrName>
                                        </p:attrNameLst>
                                      </p:cBhvr>
                                      <p:tavLst>
                                        <p:tav tm="0">
                                          <p:val>
                                            <p:strVal val="#ppt_y+.035"/>
                                          </p:val>
                                        </p:tav>
                                        <p:tav tm="100000">
                                          <p:val>
                                            <p:strVal val="#ppt_y"/>
                                          </p:val>
                                        </p:tav>
                                      </p:tavLst>
                                    </p:anim>
                                  </p:childTnLst>
                                </p:cTn>
                              </p:par>
                              <p:par>
                                <p:cTn id="70" presetID="42" presetClass="entr" presetSubtype="0" fill="hold" grpId="0" nodeType="withEffect">
                                  <p:stCondLst>
                                    <p:cond delay="91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50"/>
                                        <p:tgtEl>
                                          <p:spTgt spid="17"/>
                                        </p:tgtEl>
                                      </p:cBhvr>
                                    </p:animEffect>
                                    <p:anim calcmode="lin" valueType="num">
                                      <p:cBhvr>
                                        <p:cTn id="73" dur="550" decel="100000" fill="hold"/>
                                        <p:tgtEl>
                                          <p:spTgt spid="17"/>
                                        </p:tgtEl>
                                        <p:attrNameLst>
                                          <p:attrName>ppt_x</p:attrName>
                                        </p:attrNameLst>
                                      </p:cBhvr>
                                      <p:tavLst>
                                        <p:tav tm="0">
                                          <p:val>
                                            <p:strVal val="#ppt_x"/>
                                          </p:val>
                                        </p:tav>
                                        <p:tav tm="100000">
                                          <p:val>
                                            <p:strVal val="#ppt_x"/>
                                          </p:val>
                                        </p:tav>
                                      </p:tavLst>
                                    </p:anim>
                                    <p:anim calcmode="lin" valueType="num">
                                      <p:cBhvr>
                                        <p:cTn id="74" dur="550" decel="100000" fill="hold"/>
                                        <p:tgtEl>
                                          <p:spTgt spid="17"/>
                                        </p:tgtEl>
                                        <p:attrNameLst>
                                          <p:attrName>ppt_y</p:attrName>
                                        </p:attrNameLst>
                                      </p:cBhvr>
                                      <p:tavLst>
                                        <p:tav tm="0">
                                          <p:val>
                                            <p:strVal val="#ppt_y+.035"/>
                                          </p:val>
                                        </p:tav>
                                        <p:tav tm="100000">
                                          <p:val>
                                            <p:strVal val="#ppt_y"/>
                                          </p:val>
                                        </p:tav>
                                      </p:tavLst>
                                    </p:anim>
                                  </p:childTnLst>
                                </p:cTn>
                              </p:par>
                              <p:par>
                                <p:cTn id="75" presetID="42" presetClass="entr" presetSubtype="0" fill="hold" nodeType="withEffect">
                                  <p:stCondLst>
                                    <p:cond delay="91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50"/>
                                        <p:tgtEl>
                                          <p:spTgt spid="18"/>
                                        </p:tgtEl>
                                      </p:cBhvr>
                                    </p:animEffect>
                                    <p:anim calcmode="lin" valueType="num">
                                      <p:cBhvr>
                                        <p:cTn id="78" dur="550" decel="100000" fill="hold"/>
                                        <p:tgtEl>
                                          <p:spTgt spid="18"/>
                                        </p:tgtEl>
                                        <p:attrNameLst>
                                          <p:attrName>ppt_x</p:attrName>
                                        </p:attrNameLst>
                                      </p:cBhvr>
                                      <p:tavLst>
                                        <p:tav tm="0">
                                          <p:val>
                                            <p:strVal val="#ppt_x"/>
                                          </p:val>
                                        </p:tav>
                                        <p:tav tm="100000">
                                          <p:val>
                                            <p:strVal val="#ppt_x"/>
                                          </p:val>
                                        </p:tav>
                                      </p:tavLst>
                                    </p:anim>
                                    <p:anim calcmode="lin" valueType="num">
                                      <p:cBhvr>
                                        <p:cTn id="79" dur="550" decel="100000" fill="hold"/>
                                        <p:tgtEl>
                                          <p:spTgt spid="18"/>
                                        </p:tgtEl>
                                        <p:attrNameLst>
                                          <p:attrName>ppt_y</p:attrName>
                                        </p:attrNameLst>
                                      </p:cBhvr>
                                      <p:tavLst>
                                        <p:tav tm="0">
                                          <p:val>
                                            <p:strVal val="#ppt_y+.035"/>
                                          </p:val>
                                        </p:tav>
                                        <p:tav tm="100000">
                                          <p:val>
                                            <p:strVal val="#ppt_y"/>
                                          </p:val>
                                        </p:tav>
                                      </p:tavLst>
                                    </p:anim>
                                  </p:childTnLst>
                                </p:cTn>
                              </p:par>
                              <p:par>
                                <p:cTn id="80" presetID="42" presetClass="entr" presetSubtype="0" fill="hold" grpId="0" nodeType="withEffect">
                                  <p:stCondLst>
                                    <p:cond delay="91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50"/>
                                        <p:tgtEl>
                                          <p:spTgt spid="19"/>
                                        </p:tgtEl>
                                      </p:cBhvr>
                                    </p:animEffect>
                                    <p:anim calcmode="lin" valueType="num">
                                      <p:cBhvr>
                                        <p:cTn id="83" dur="550" decel="100000" fill="hold"/>
                                        <p:tgtEl>
                                          <p:spTgt spid="19"/>
                                        </p:tgtEl>
                                        <p:attrNameLst>
                                          <p:attrName>ppt_x</p:attrName>
                                        </p:attrNameLst>
                                      </p:cBhvr>
                                      <p:tavLst>
                                        <p:tav tm="0">
                                          <p:val>
                                            <p:strVal val="#ppt_x"/>
                                          </p:val>
                                        </p:tav>
                                        <p:tav tm="100000">
                                          <p:val>
                                            <p:strVal val="#ppt_x"/>
                                          </p:val>
                                        </p:tav>
                                      </p:tavLst>
                                    </p:anim>
                                    <p:anim calcmode="lin" valueType="num">
                                      <p:cBhvr>
                                        <p:cTn id="84" dur="550" decel="100000" fill="hold"/>
                                        <p:tgtEl>
                                          <p:spTgt spid="19"/>
                                        </p:tgtEl>
                                        <p:attrNameLst>
                                          <p:attrName>ppt_y</p:attrName>
                                        </p:attrNameLst>
                                      </p:cBhvr>
                                      <p:tavLst>
                                        <p:tav tm="0">
                                          <p:val>
                                            <p:strVal val="#ppt_y+.035"/>
                                          </p:val>
                                        </p:tav>
                                        <p:tav tm="100000">
                                          <p:val>
                                            <p:strVal val="#ppt_y"/>
                                          </p:val>
                                        </p:tav>
                                      </p:tavLst>
                                    </p:anim>
                                  </p:childTnLst>
                                </p:cTn>
                              </p:par>
                              <p:par>
                                <p:cTn id="85" presetID="42" presetClass="entr" presetSubtype="0" fill="hold" grpId="0" nodeType="withEffect">
                                  <p:stCondLst>
                                    <p:cond delay="91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50"/>
                                        <p:tgtEl>
                                          <p:spTgt spid="20"/>
                                        </p:tgtEl>
                                      </p:cBhvr>
                                    </p:animEffect>
                                    <p:anim calcmode="lin" valueType="num">
                                      <p:cBhvr>
                                        <p:cTn id="88" dur="550" decel="100000" fill="hold"/>
                                        <p:tgtEl>
                                          <p:spTgt spid="20"/>
                                        </p:tgtEl>
                                        <p:attrNameLst>
                                          <p:attrName>ppt_x</p:attrName>
                                        </p:attrNameLst>
                                      </p:cBhvr>
                                      <p:tavLst>
                                        <p:tav tm="0">
                                          <p:val>
                                            <p:strVal val="#ppt_x"/>
                                          </p:val>
                                        </p:tav>
                                        <p:tav tm="100000">
                                          <p:val>
                                            <p:strVal val="#ppt_x"/>
                                          </p:val>
                                        </p:tav>
                                      </p:tavLst>
                                    </p:anim>
                                    <p:anim calcmode="lin" valueType="num">
                                      <p:cBhvr>
                                        <p:cTn id="89" dur="550" decel="100000" fill="hold"/>
                                        <p:tgtEl>
                                          <p:spTgt spid="20"/>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1" grpId="0" animBg="1"/>
      <p:bldP spid="12" grpId="0" animBg="1"/>
      <p:bldP spid="13" grpId="0" animBg="1"/>
      <p:bldP spid="15" grpId="0" animBg="1"/>
      <p:bldP spid="16" grpId="0" animBg="1"/>
      <p:bldP spid="17" grpId="0" animBg="1"/>
      <p:bldP spid="19"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rb"/>
          <p:cNvSpPr/>
          <p:nvPr/>
        </p:nvSpPr>
        <p:spPr>
          <a:xfrm>
            <a:off x="4389120" y="-2194560"/>
            <a:ext cx="4754880" cy="4754880"/>
          </a:xfrm>
          <a:prstGeom prst="ellipse">
            <a:avLst/>
          </a:prstGeom>
          <a:solidFill>
            <a:srgbClr val="6366F1">
              <a:alpha val="38000"/>
            </a:srgbClr>
          </a:solidFill>
          <a:ln w="12700">
            <a:solidFill>
              <a:srgbClr val="6366F1"/>
            </a:solidFill>
            <a:prstDash val="solid"/>
          </a:ln>
          <a:effectLst>
            <a:softEdge rad="1700000"/>
          </a:effectLst>
        </p:spPr>
      </p:sp>
      <p:sp>
        <p:nvSpPr>
          <p:cNvPr id="3" name="s8 Text 1"/>
          <p:cNvSpPr/>
          <p:nvPr>
            <p:ph idx="101" type="title" hasCustomPrompt="1"/>
          </p:nvPr>
        </p:nvSpPr>
        <p:spPr>
          <a:xfrm>
            <a:off x="640080" y="457200"/>
            <a:ext cx="10908792" cy="777240"/>
          </a:xfrm>
          <a:prstGeom prst="rect">
            <a:avLst/>
          </a:prstGeom>
          <a:noFill/>
          <a:ln/>
        </p:spPr>
        <p:txBody>
          <a:bodyPr wrap="square" lIns="0" tIns="0" rIns="0" bIns="0" rtlCol="0" anchor="ctr"/>
          <a:lstStyle/>
          <a:p>
            <a:pPr algn="l" indent="0" marL="0">
              <a:buNone/>
            </a:pPr>
            <a:r>
              <a:rPr lang="en-US" sz="2600" dirty="0">
                <a:solidFill>
                  <a:srgbClr val="F1F5F9"/>
                </a:solidFill>
                <a:latin typeface="Arial Black" pitchFamily="34" charset="0"/>
                <a:ea typeface="Arial Black" pitchFamily="34" charset="-122"/>
                <a:cs typeface="Arial Black" pitchFamily="34" charset="-120"/>
              </a:rPr>
              <a:t>Never miss a seat</a:t>
            </a:r>
            <a:endParaRPr lang="en-US" sz="2600" dirty="0"/>
          </a:p>
        </p:txBody>
      </p:sp>
      <p:sp>
        <p:nvSpPr>
          <p:cNvPr id="4" name="anim-1-167"/>
          <p:cNvSpPr/>
          <p:nvPr/>
        </p:nvSpPr>
        <p:spPr>
          <a:xfrm>
            <a:off x="640080" y="1554480"/>
            <a:ext cx="731520" cy="731520"/>
          </a:xfrm>
          <a:prstGeom prst="ellipse">
            <a:avLst/>
          </a:prstGeom>
          <a:solidFill>
            <a:srgbClr val="F97316">
              <a:alpha val="22000"/>
            </a:srgbClr>
          </a:solidFill>
          <a:ln w="12700">
            <a:solidFill>
              <a:srgbClr val="F97316"/>
            </a:solidFill>
            <a:prstDash val="solid"/>
          </a:ln>
        </p:spPr>
      </p:sp>
      <p:pic>
        <p:nvPicPr>
          <p:cNvPr id="5" name="anim-1-168" descr="preencoded.png">    </p:cNvPr>
          <p:cNvPicPr>
            <a:picLocks noChangeAspect="1"/>
          </p:cNvPicPr>
          <p:nvPr/>
        </p:nvPicPr>
        <p:blipFill>
          <a:blip r:embed="rId1"/>
          <a:stretch>
            <a:fillRect/>
          </a:stretch>
        </p:blipFill>
        <p:spPr>
          <a:xfrm>
            <a:off x="822960" y="1737360"/>
            <a:ext cx="365760" cy="365760"/>
          </a:xfrm>
          <a:prstGeom prst="rect">
            <a:avLst/>
          </a:prstGeom>
        </p:spPr>
      </p:pic>
      <p:sp>
        <p:nvSpPr>
          <p:cNvPr id="6" name="anim-1-169"/>
          <p:cNvSpPr txBox="1"/>
          <p:nvPr/>
        </p:nvSpPr>
        <p:spPr>
          <a:xfrm>
            <a:off x="1600200" y="1536192"/>
            <a:ext cx="4480560" cy="36576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A bell with a count</a:t>
            </a:r>
            <a:endParaRPr lang="en-US" sz="2000" dirty="0"/>
          </a:p>
        </p:txBody>
      </p:sp>
      <p:sp>
        <p:nvSpPr>
          <p:cNvPr id="7" name="anim-1-170"/>
          <p:cNvSpPr txBox="1"/>
          <p:nvPr/>
        </p:nvSpPr>
        <p:spPr>
          <a:xfrm>
            <a:off x="1600200" y="1938528"/>
            <a:ext cx="4480560" cy="82296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Unread alerts show in the menu on every page.</a:t>
            </a:r>
            <a:endParaRPr lang="en-US" sz="1500" dirty="0"/>
          </a:p>
        </p:txBody>
      </p:sp>
      <p:sp>
        <p:nvSpPr>
          <p:cNvPr id="8" name="anim-2-171"/>
          <p:cNvSpPr/>
          <p:nvPr/>
        </p:nvSpPr>
        <p:spPr>
          <a:xfrm>
            <a:off x="640080" y="2926080"/>
            <a:ext cx="731520" cy="731520"/>
          </a:xfrm>
          <a:prstGeom prst="ellipse">
            <a:avLst/>
          </a:prstGeom>
          <a:solidFill>
            <a:srgbClr val="F472B6">
              <a:alpha val="22000"/>
            </a:srgbClr>
          </a:solidFill>
          <a:ln w="12700">
            <a:solidFill>
              <a:srgbClr val="F472B6"/>
            </a:solidFill>
            <a:prstDash val="solid"/>
          </a:ln>
        </p:spPr>
      </p:sp>
      <p:pic>
        <p:nvPicPr>
          <p:cNvPr id="9" name="anim-2-172" descr="preencoded.png">    </p:cNvPr>
          <p:cNvPicPr>
            <a:picLocks noChangeAspect="1"/>
          </p:cNvPicPr>
          <p:nvPr/>
        </p:nvPicPr>
        <p:blipFill>
          <a:blip r:embed="rId2"/>
          <a:stretch>
            <a:fillRect/>
          </a:stretch>
        </p:blipFill>
        <p:spPr>
          <a:xfrm>
            <a:off x="822960" y="3108960"/>
            <a:ext cx="365760" cy="365760"/>
          </a:xfrm>
          <a:prstGeom prst="rect">
            <a:avLst/>
          </a:prstGeom>
        </p:spPr>
      </p:pic>
      <p:sp>
        <p:nvSpPr>
          <p:cNvPr id="10" name="anim-2-173"/>
          <p:cNvSpPr txBox="1"/>
          <p:nvPr/>
        </p:nvSpPr>
        <p:spPr>
          <a:xfrm>
            <a:off x="1600200" y="2907792"/>
            <a:ext cx="4480560" cy="36576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Sent when it matters</a:t>
            </a:r>
            <a:endParaRPr lang="en-US" sz="2000" dirty="0"/>
          </a:p>
        </p:txBody>
      </p:sp>
      <p:sp>
        <p:nvSpPr>
          <p:cNvPr id="11" name="anim-2-174"/>
          <p:cNvSpPr txBox="1"/>
          <p:nvPr/>
        </p:nvSpPr>
        <p:spPr>
          <a:xfrm>
            <a:off x="1600200" y="3310128"/>
            <a:ext cx="4480560" cy="82296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A seat opens for you, or an event you joined is cancelled.</a:t>
            </a:r>
            <a:endParaRPr lang="en-US" sz="1500" dirty="0"/>
          </a:p>
        </p:txBody>
      </p:sp>
      <p:sp>
        <p:nvSpPr>
          <p:cNvPr id="12" name="anim-3-175"/>
          <p:cNvSpPr/>
          <p:nvPr/>
        </p:nvSpPr>
        <p:spPr>
          <a:xfrm>
            <a:off x="640080" y="4297680"/>
            <a:ext cx="731520" cy="731520"/>
          </a:xfrm>
          <a:prstGeom prst="ellipse">
            <a:avLst/>
          </a:prstGeom>
          <a:solidFill>
            <a:srgbClr val="A5B4FC">
              <a:alpha val="22000"/>
            </a:srgbClr>
          </a:solidFill>
          <a:ln w="12700">
            <a:solidFill>
              <a:srgbClr val="A5B4FC"/>
            </a:solidFill>
            <a:prstDash val="solid"/>
          </a:ln>
        </p:spPr>
      </p:sp>
      <p:pic>
        <p:nvPicPr>
          <p:cNvPr id="13" name="anim-3-176" descr="preencoded.png">    </p:cNvPr>
          <p:cNvPicPr>
            <a:picLocks noChangeAspect="1"/>
          </p:cNvPicPr>
          <p:nvPr/>
        </p:nvPicPr>
        <p:blipFill>
          <a:blip r:embed="rId3"/>
          <a:stretch>
            <a:fillRect/>
          </a:stretch>
        </p:blipFill>
        <p:spPr>
          <a:xfrm>
            <a:off x="822960" y="4480560"/>
            <a:ext cx="365760" cy="365760"/>
          </a:xfrm>
          <a:prstGeom prst="rect">
            <a:avLst/>
          </a:prstGeom>
        </p:spPr>
      </p:pic>
      <p:sp>
        <p:nvSpPr>
          <p:cNvPr id="14" name="anim-3-177"/>
          <p:cNvSpPr txBox="1"/>
          <p:nvPr/>
        </p:nvSpPr>
        <p:spPr>
          <a:xfrm>
            <a:off x="1600200" y="4279392"/>
            <a:ext cx="4480560" cy="36576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Email when set up</a:t>
            </a:r>
            <a:endParaRPr lang="en-US" sz="2000" dirty="0"/>
          </a:p>
        </p:txBody>
      </p:sp>
      <p:sp>
        <p:nvSpPr>
          <p:cNvPr id="15" name="anim-3-178"/>
          <p:cNvSpPr txBox="1"/>
          <p:nvPr/>
        </p:nvSpPr>
        <p:spPr>
          <a:xfrm>
            <a:off x="1600200" y="4681728"/>
            <a:ext cx="4480560" cy="82296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If you gave an address and the site has mail settings.</a:t>
            </a:r>
            <a:endParaRPr lang="en-US" sz="1500" dirty="0"/>
          </a:p>
        </p:txBody>
      </p:sp>
      <p:sp>
        <p:nvSpPr>
          <p:cNvPr id="16" name="anim-4-179"/>
          <p:cNvSpPr txBox="1"/>
          <p:nvPr/>
        </p:nvSpPr>
        <p:spPr>
          <a:xfrm>
            <a:off x="640080" y="5715000"/>
            <a:ext cx="5486400" cy="36576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SMS is not included: it needs a paid provider.</a:t>
            </a:r>
            <a:endParaRPr lang="en-US" sz="1400" dirty="0"/>
          </a:p>
        </p:txBody>
      </p:sp>
      <p:sp>
        <p:nvSpPr>
          <p:cNvPr id="17" name="anim-5-180"/>
          <p:cNvSpPr/>
          <p:nvPr/>
        </p:nvSpPr>
        <p:spPr>
          <a:xfrm>
            <a:off x="6720840" y="1234440"/>
            <a:ext cx="2331720" cy="4423258"/>
          </a:xfrm>
          <a:prstGeom prst="roundRect">
            <a:avLst>
              <a:gd name="adj" fmla="val 10980"/>
            </a:avLst>
          </a:prstGeom>
          <a:solidFill>
            <a:srgbClr val="05050F"/>
          </a:solidFill>
          <a:ln w="25400">
            <a:solidFill>
              <a:srgbClr val="4A4A7A"/>
            </a:solidFill>
            <a:prstDash val="solid"/>
          </a:ln>
        </p:spPr>
      </p:sp>
      <p:pic>
        <p:nvPicPr>
          <p:cNvPr id="18" name="anim-5-181" descr="Notifications page on a phone">    </p:cNvPr>
          <p:cNvPicPr>
            <a:picLocks noChangeAspect="1"/>
          </p:cNvPicPr>
          <p:nvPr/>
        </p:nvPicPr>
        <p:blipFill>
          <a:blip r:embed="rId4"/>
          <a:stretch>
            <a:fillRect/>
          </a:stretch>
        </p:blipFill>
        <p:spPr>
          <a:xfrm>
            <a:off x="6812280" y="1325880"/>
            <a:ext cx="2148840" cy="4240378"/>
          </a:xfrm>
          <a:prstGeom prst="rect">
            <a:avLst/>
          </a:prstGeom>
        </p:spPr>
      </p:pic>
      <p:sp>
        <p:nvSpPr>
          <p:cNvPr id="19" name="anim-6-182"/>
          <p:cNvSpPr/>
          <p:nvPr/>
        </p:nvSpPr>
        <p:spPr>
          <a:xfrm>
            <a:off x="9326880" y="1234440"/>
            <a:ext cx="2331720" cy="4423258"/>
          </a:xfrm>
          <a:prstGeom prst="roundRect">
            <a:avLst>
              <a:gd name="adj" fmla="val 10980"/>
            </a:avLst>
          </a:prstGeom>
          <a:solidFill>
            <a:srgbClr val="05050F"/>
          </a:solidFill>
          <a:ln w="25400">
            <a:solidFill>
              <a:srgbClr val="4A4A7A"/>
            </a:solidFill>
            <a:prstDash val="solid"/>
          </a:ln>
        </p:spPr>
      </p:sp>
      <p:pic>
        <p:nvPicPr>
          <p:cNvPr id="20" name="anim-6-183" descr="Event page on a phone">    </p:cNvPr>
          <p:cNvPicPr>
            <a:picLocks noChangeAspect="1"/>
          </p:cNvPicPr>
          <p:nvPr/>
        </p:nvPicPr>
        <p:blipFill>
          <a:blip r:embed="rId5"/>
          <a:stretch>
            <a:fillRect/>
          </a:stretch>
        </p:blipFill>
        <p:spPr>
          <a:xfrm>
            <a:off x="9418320" y="1325880"/>
            <a:ext cx="2148840" cy="4240378"/>
          </a:xfrm>
          <a:prstGeom prst="rect">
            <a:avLst/>
          </a:prstGeom>
        </p:spPr>
      </p:pic>
      <p:sp>
        <p:nvSpPr>
          <p:cNvPr id="25" name="s8 Slide Number Placeholder 0"/>
          <p:cNvSpPr>
            <a:spLocks noGrp="1"/>
          </p:cNvSpPr>
          <p:nvPr>
            <p:ph type="sldNum" sz="quarter" idx="4294967295"/>
          </p:nvPr>
        </p:nvSpPr>
        <p:spPr>
          <a:xfrm>
            <a:off x="1106424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ED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decel="100000" fill="hold"/>
                                        <p:tgtEl>
                                          <p:spTgt spid="4"/>
                                        </p:tgtEl>
                                        <p:attrNameLst>
                                          <p:attrName>ppt_x</p:attrName>
                                        </p:attrNameLst>
                                      </p:cBhvr>
                                      <p:tavLst>
                                        <p:tav tm="0">
                                          <p:val>
                                            <p:strVal val="#ppt_x"/>
                                          </p:val>
                                        </p:tav>
                                        <p:tav tm="100000">
                                          <p:val>
                                            <p:strVal val="#ppt_x"/>
                                          </p:val>
                                        </p:tav>
                                      </p:tavLst>
                                    </p:anim>
                                    <p:anim calcmode="lin" valueType="num">
                                      <p:cBhvr>
                                        <p:cTn id="9" dur="550" decel="100000" fill="hold"/>
                                        <p:tgtEl>
                                          <p:spTgt spid="4"/>
                                        </p:tgtEl>
                                        <p:attrNameLst>
                                          <p:attrName>ppt_y</p:attrName>
                                        </p:attrNameLst>
                                      </p:cBhvr>
                                      <p:tavLst>
                                        <p:tav tm="0">
                                          <p:val>
                                            <p:strVal val="#ppt_y+.035"/>
                                          </p:val>
                                        </p:tav>
                                        <p:tav tm="100000">
                                          <p:val>
                                            <p:strVal val="#ppt_y"/>
                                          </p:val>
                                        </p:tav>
                                      </p:tavLst>
                                    </p:anim>
                                  </p:childTnLst>
                                </p:cTn>
                              </p:par>
                              <p:par>
                                <p:cTn id="10" presetID="42" presetClass="entr" presetSubtype="0" fill="hold"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decel="100000" fill="hold"/>
                                        <p:tgtEl>
                                          <p:spTgt spid="5"/>
                                        </p:tgtEl>
                                        <p:attrNameLst>
                                          <p:attrName>ppt_x</p:attrName>
                                        </p:attrNameLst>
                                      </p:cBhvr>
                                      <p:tavLst>
                                        <p:tav tm="0">
                                          <p:val>
                                            <p:strVal val="#ppt_x"/>
                                          </p:val>
                                        </p:tav>
                                        <p:tav tm="100000">
                                          <p:val>
                                            <p:strVal val="#ppt_x"/>
                                          </p:val>
                                        </p:tav>
                                      </p:tavLst>
                                    </p:anim>
                                    <p:anim calcmode="lin" valueType="num">
                                      <p:cBhvr>
                                        <p:cTn id="14" dur="550" decel="100000" fill="hold"/>
                                        <p:tgtEl>
                                          <p:spTgt spid="5"/>
                                        </p:tgtEl>
                                        <p:attrNameLst>
                                          <p:attrName>ppt_y</p:attrName>
                                        </p:attrNameLst>
                                      </p:cBhvr>
                                      <p:tavLst>
                                        <p:tav tm="0">
                                          <p:val>
                                            <p:strVal val="#ppt_y+.035"/>
                                          </p:val>
                                        </p:tav>
                                        <p:tav tm="100000">
                                          <p:val>
                                            <p:strVal val="#ppt_y"/>
                                          </p:val>
                                        </p:tav>
                                      </p:tavLst>
                                    </p:anim>
                                  </p:childTnLst>
                                </p:cTn>
                              </p:par>
                              <p:par>
                                <p:cTn id="15" presetID="42" presetClass="entr" presetSubtype="0" fill="hold" grpId="0" nodeType="withEffect">
                                  <p:stCondLst>
                                    <p:cond delay="2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decel="100000" fill="hold"/>
                                        <p:tgtEl>
                                          <p:spTgt spid="6"/>
                                        </p:tgtEl>
                                        <p:attrNameLst>
                                          <p:attrName>ppt_x</p:attrName>
                                        </p:attrNameLst>
                                      </p:cBhvr>
                                      <p:tavLst>
                                        <p:tav tm="0">
                                          <p:val>
                                            <p:strVal val="#ppt_x"/>
                                          </p:val>
                                        </p:tav>
                                        <p:tav tm="100000">
                                          <p:val>
                                            <p:strVal val="#ppt_x"/>
                                          </p:val>
                                        </p:tav>
                                      </p:tavLst>
                                    </p:anim>
                                    <p:anim calcmode="lin" valueType="num">
                                      <p:cBhvr>
                                        <p:cTn id="19" dur="550" decel="100000" fill="hold"/>
                                        <p:tgtEl>
                                          <p:spTgt spid="6"/>
                                        </p:tgtEl>
                                        <p:attrNameLst>
                                          <p:attrName>ppt_y</p:attrName>
                                        </p:attrNameLst>
                                      </p:cBhvr>
                                      <p:tavLst>
                                        <p:tav tm="0">
                                          <p:val>
                                            <p:strVal val="#ppt_y+.035"/>
                                          </p:val>
                                        </p:tav>
                                        <p:tav tm="100000">
                                          <p:val>
                                            <p:strVal val="#ppt_y"/>
                                          </p:val>
                                        </p:tav>
                                      </p:tavLst>
                                    </p:anim>
                                  </p:childTnLst>
                                </p:cTn>
                              </p:par>
                              <p:par>
                                <p:cTn id="20" presetID="42" presetClass="entr" presetSubtype="0" fill="hold" grpId="0" nodeType="withEffect">
                                  <p:stCondLst>
                                    <p:cond delay="2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decel="100000" fill="hold"/>
                                        <p:tgtEl>
                                          <p:spTgt spid="7"/>
                                        </p:tgtEl>
                                        <p:attrNameLst>
                                          <p:attrName>ppt_x</p:attrName>
                                        </p:attrNameLst>
                                      </p:cBhvr>
                                      <p:tavLst>
                                        <p:tav tm="0">
                                          <p:val>
                                            <p:strVal val="#ppt_x"/>
                                          </p:val>
                                        </p:tav>
                                        <p:tav tm="100000">
                                          <p:val>
                                            <p:strVal val="#ppt_x"/>
                                          </p:val>
                                        </p:tav>
                                      </p:tavLst>
                                    </p:anim>
                                    <p:anim calcmode="lin" valueType="num">
                                      <p:cBhvr>
                                        <p:cTn id="24" dur="550" decel="100000" fill="hold"/>
                                        <p:tgtEl>
                                          <p:spTgt spid="7"/>
                                        </p:tgtEl>
                                        <p:attrNameLst>
                                          <p:attrName>ppt_y</p:attrName>
                                        </p:attrNameLst>
                                      </p:cBhvr>
                                      <p:tavLst>
                                        <p:tav tm="0">
                                          <p:val>
                                            <p:strVal val="#ppt_y+.035"/>
                                          </p:val>
                                        </p:tav>
                                        <p:tav tm="100000">
                                          <p:val>
                                            <p:strVal val="#ppt_y"/>
                                          </p:val>
                                        </p:tav>
                                      </p:tavLst>
                                    </p:anim>
                                  </p:childTnLst>
                                </p:cTn>
                              </p:par>
                              <p:par>
                                <p:cTn id="25" presetID="42" presetClass="entr" presetSubtype="0" fill="hold" grpId="0" nodeType="withEffect">
                                  <p:stCondLst>
                                    <p:cond delay="47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decel="100000" fill="hold"/>
                                        <p:tgtEl>
                                          <p:spTgt spid="8"/>
                                        </p:tgtEl>
                                        <p:attrNameLst>
                                          <p:attrName>ppt_x</p:attrName>
                                        </p:attrNameLst>
                                      </p:cBhvr>
                                      <p:tavLst>
                                        <p:tav tm="0">
                                          <p:val>
                                            <p:strVal val="#ppt_x"/>
                                          </p:val>
                                        </p:tav>
                                        <p:tav tm="100000">
                                          <p:val>
                                            <p:strVal val="#ppt_x"/>
                                          </p:val>
                                        </p:tav>
                                      </p:tavLst>
                                    </p:anim>
                                    <p:anim calcmode="lin" valueType="num">
                                      <p:cBhvr>
                                        <p:cTn id="29" dur="550" decel="100000" fill="hold"/>
                                        <p:tgtEl>
                                          <p:spTgt spid="8"/>
                                        </p:tgtEl>
                                        <p:attrNameLst>
                                          <p:attrName>ppt_y</p:attrName>
                                        </p:attrNameLst>
                                      </p:cBhvr>
                                      <p:tavLst>
                                        <p:tav tm="0">
                                          <p:val>
                                            <p:strVal val="#ppt_y+.035"/>
                                          </p:val>
                                        </p:tav>
                                        <p:tav tm="100000">
                                          <p:val>
                                            <p:strVal val="#ppt_y"/>
                                          </p:val>
                                        </p:tav>
                                      </p:tavLst>
                                    </p:anim>
                                  </p:childTnLst>
                                </p:cTn>
                              </p:par>
                              <p:par>
                                <p:cTn id="30" presetID="42" presetClass="entr" presetSubtype="0" fill="hold" nodeType="withEffect">
                                  <p:stCondLst>
                                    <p:cond delay="47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p:cTn id="33" dur="550" decel="100000" fill="hold"/>
                                        <p:tgtEl>
                                          <p:spTgt spid="9"/>
                                        </p:tgtEl>
                                        <p:attrNameLst>
                                          <p:attrName>ppt_x</p:attrName>
                                        </p:attrNameLst>
                                      </p:cBhvr>
                                      <p:tavLst>
                                        <p:tav tm="0">
                                          <p:val>
                                            <p:strVal val="#ppt_x"/>
                                          </p:val>
                                        </p:tav>
                                        <p:tav tm="100000">
                                          <p:val>
                                            <p:strVal val="#ppt_x"/>
                                          </p:val>
                                        </p:tav>
                                      </p:tavLst>
                                    </p:anim>
                                    <p:anim calcmode="lin" valueType="num">
                                      <p:cBhvr>
                                        <p:cTn id="34" dur="550" decel="100000" fill="hold"/>
                                        <p:tgtEl>
                                          <p:spTgt spid="9"/>
                                        </p:tgtEl>
                                        <p:attrNameLst>
                                          <p:attrName>ppt_y</p:attrName>
                                        </p:attrNameLst>
                                      </p:cBhvr>
                                      <p:tavLst>
                                        <p:tav tm="0">
                                          <p:val>
                                            <p:strVal val="#ppt_y+.035"/>
                                          </p:val>
                                        </p:tav>
                                        <p:tav tm="100000">
                                          <p:val>
                                            <p:strVal val="#ppt_y"/>
                                          </p:val>
                                        </p:tav>
                                      </p:tavLst>
                                    </p:anim>
                                  </p:childTnLst>
                                </p:cTn>
                              </p:par>
                              <p:par>
                                <p:cTn id="35" presetID="42" presetClass="entr" presetSubtype="0" fill="hold" grpId="0" nodeType="withEffect">
                                  <p:stCondLst>
                                    <p:cond delay="47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p:cTn id="38" dur="550" decel="100000" fill="hold"/>
                                        <p:tgtEl>
                                          <p:spTgt spid="10"/>
                                        </p:tgtEl>
                                        <p:attrNameLst>
                                          <p:attrName>ppt_x</p:attrName>
                                        </p:attrNameLst>
                                      </p:cBhvr>
                                      <p:tavLst>
                                        <p:tav tm="0">
                                          <p:val>
                                            <p:strVal val="#ppt_x"/>
                                          </p:val>
                                        </p:tav>
                                        <p:tav tm="100000">
                                          <p:val>
                                            <p:strVal val="#ppt_x"/>
                                          </p:val>
                                        </p:tav>
                                      </p:tavLst>
                                    </p:anim>
                                    <p:anim calcmode="lin" valueType="num">
                                      <p:cBhvr>
                                        <p:cTn id="39" dur="550" decel="100000" fill="hold"/>
                                        <p:tgtEl>
                                          <p:spTgt spid="10"/>
                                        </p:tgtEl>
                                        <p:attrNameLst>
                                          <p:attrName>ppt_y</p:attrName>
                                        </p:attrNameLst>
                                      </p:cBhvr>
                                      <p:tavLst>
                                        <p:tav tm="0">
                                          <p:val>
                                            <p:strVal val="#ppt_y+.035"/>
                                          </p:val>
                                        </p:tav>
                                        <p:tav tm="100000">
                                          <p:val>
                                            <p:strVal val="#ppt_y"/>
                                          </p:val>
                                        </p:tav>
                                      </p:tavLst>
                                    </p:anim>
                                  </p:childTnLst>
                                </p:cTn>
                              </p:par>
                              <p:par>
                                <p:cTn id="40" presetID="42" presetClass="entr" presetSubtype="0" fill="hold" grpId="0" nodeType="withEffect">
                                  <p:stCondLst>
                                    <p:cond delay="47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p:cTn id="43" dur="550" decel="100000" fill="hold"/>
                                        <p:tgtEl>
                                          <p:spTgt spid="11"/>
                                        </p:tgtEl>
                                        <p:attrNameLst>
                                          <p:attrName>ppt_x</p:attrName>
                                        </p:attrNameLst>
                                      </p:cBhvr>
                                      <p:tavLst>
                                        <p:tav tm="0">
                                          <p:val>
                                            <p:strVal val="#ppt_x"/>
                                          </p:val>
                                        </p:tav>
                                        <p:tav tm="100000">
                                          <p:val>
                                            <p:strVal val="#ppt_x"/>
                                          </p:val>
                                        </p:tav>
                                      </p:tavLst>
                                    </p:anim>
                                    <p:anim calcmode="lin" valueType="num">
                                      <p:cBhvr>
                                        <p:cTn id="44" dur="550" decel="100000" fill="hold"/>
                                        <p:tgtEl>
                                          <p:spTgt spid="11"/>
                                        </p:tgtEl>
                                        <p:attrNameLst>
                                          <p:attrName>ppt_y</p:attrName>
                                        </p:attrNameLst>
                                      </p:cBhvr>
                                      <p:tavLst>
                                        <p:tav tm="0">
                                          <p:val>
                                            <p:strVal val="#ppt_y+.035"/>
                                          </p:val>
                                        </p:tav>
                                        <p:tav tm="100000">
                                          <p:val>
                                            <p:strVal val="#ppt_y"/>
                                          </p:val>
                                        </p:tav>
                                      </p:tavLst>
                                    </p:anim>
                                  </p:childTnLst>
                                </p:cTn>
                              </p:par>
                              <p:par>
                                <p:cTn id="45" presetID="42" presetClass="entr" presetSubtype="0" fill="hold" grpId="0" nodeType="withEffect">
                                  <p:stCondLst>
                                    <p:cond delay="69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p:cTn id="48" dur="550" decel="100000" fill="hold"/>
                                        <p:tgtEl>
                                          <p:spTgt spid="12"/>
                                        </p:tgtEl>
                                        <p:attrNameLst>
                                          <p:attrName>ppt_x</p:attrName>
                                        </p:attrNameLst>
                                      </p:cBhvr>
                                      <p:tavLst>
                                        <p:tav tm="0">
                                          <p:val>
                                            <p:strVal val="#ppt_x"/>
                                          </p:val>
                                        </p:tav>
                                        <p:tav tm="100000">
                                          <p:val>
                                            <p:strVal val="#ppt_x"/>
                                          </p:val>
                                        </p:tav>
                                      </p:tavLst>
                                    </p:anim>
                                    <p:anim calcmode="lin" valueType="num">
                                      <p:cBhvr>
                                        <p:cTn id="49" dur="550" decel="100000" fill="hold"/>
                                        <p:tgtEl>
                                          <p:spTgt spid="12"/>
                                        </p:tgtEl>
                                        <p:attrNameLst>
                                          <p:attrName>ppt_y</p:attrName>
                                        </p:attrNameLst>
                                      </p:cBhvr>
                                      <p:tavLst>
                                        <p:tav tm="0">
                                          <p:val>
                                            <p:strVal val="#ppt_y+.035"/>
                                          </p:val>
                                        </p:tav>
                                        <p:tav tm="100000">
                                          <p:val>
                                            <p:strVal val="#ppt_y"/>
                                          </p:val>
                                        </p:tav>
                                      </p:tavLst>
                                    </p:anim>
                                  </p:childTnLst>
                                </p:cTn>
                              </p:par>
                              <p:par>
                                <p:cTn id="50" presetID="42" presetClass="entr" presetSubtype="0" fill="hold" nodeType="withEffect">
                                  <p:stCondLst>
                                    <p:cond delay="69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p:cTn id="53" dur="550" decel="100000" fill="hold"/>
                                        <p:tgtEl>
                                          <p:spTgt spid="13"/>
                                        </p:tgtEl>
                                        <p:attrNameLst>
                                          <p:attrName>ppt_x</p:attrName>
                                        </p:attrNameLst>
                                      </p:cBhvr>
                                      <p:tavLst>
                                        <p:tav tm="0">
                                          <p:val>
                                            <p:strVal val="#ppt_x"/>
                                          </p:val>
                                        </p:tav>
                                        <p:tav tm="100000">
                                          <p:val>
                                            <p:strVal val="#ppt_x"/>
                                          </p:val>
                                        </p:tav>
                                      </p:tavLst>
                                    </p:anim>
                                    <p:anim calcmode="lin" valueType="num">
                                      <p:cBhvr>
                                        <p:cTn id="54" dur="550" decel="100000" fill="hold"/>
                                        <p:tgtEl>
                                          <p:spTgt spid="13"/>
                                        </p:tgtEl>
                                        <p:attrNameLst>
                                          <p:attrName>ppt_y</p:attrName>
                                        </p:attrNameLst>
                                      </p:cBhvr>
                                      <p:tavLst>
                                        <p:tav tm="0">
                                          <p:val>
                                            <p:strVal val="#ppt_y+.035"/>
                                          </p:val>
                                        </p:tav>
                                        <p:tav tm="100000">
                                          <p:val>
                                            <p:strVal val="#ppt_y"/>
                                          </p:val>
                                        </p:tav>
                                      </p:tavLst>
                                    </p:anim>
                                  </p:childTnLst>
                                </p:cTn>
                              </p:par>
                              <p:par>
                                <p:cTn id="55" presetID="42" presetClass="entr" presetSubtype="0" fill="hold" grpId="0" nodeType="withEffect">
                                  <p:stCondLst>
                                    <p:cond delay="69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p:cTn id="58" dur="550" decel="100000" fill="hold"/>
                                        <p:tgtEl>
                                          <p:spTgt spid="14"/>
                                        </p:tgtEl>
                                        <p:attrNameLst>
                                          <p:attrName>ppt_x</p:attrName>
                                        </p:attrNameLst>
                                      </p:cBhvr>
                                      <p:tavLst>
                                        <p:tav tm="0">
                                          <p:val>
                                            <p:strVal val="#ppt_x"/>
                                          </p:val>
                                        </p:tav>
                                        <p:tav tm="100000">
                                          <p:val>
                                            <p:strVal val="#ppt_x"/>
                                          </p:val>
                                        </p:tav>
                                      </p:tavLst>
                                    </p:anim>
                                    <p:anim calcmode="lin" valueType="num">
                                      <p:cBhvr>
                                        <p:cTn id="59" dur="550" decel="100000" fill="hold"/>
                                        <p:tgtEl>
                                          <p:spTgt spid="14"/>
                                        </p:tgtEl>
                                        <p:attrNameLst>
                                          <p:attrName>ppt_y</p:attrName>
                                        </p:attrNameLst>
                                      </p:cBhvr>
                                      <p:tavLst>
                                        <p:tav tm="0">
                                          <p:val>
                                            <p:strVal val="#ppt_y+.035"/>
                                          </p:val>
                                        </p:tav>
                                        <p:tav tm="100000">
                                          <p:val>
                                            <p:strVal val="#ppt_y"/>
                                          </p:val>
                                        </p:tav>
                                      </p:tavLst>
                                    </p:anim>
                                  </p:childTnLst>
                                </p:cTn>
                              </p:par>
                              <p:par>
                                <p:cTn id="60" presetID="42" presetClass="entr" presetSubtype="0" fill="hold" grpId="0" nodeType="withEffect">
                                  <p:stCondLst>
                                    <p:cond delay="69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p:cTn id="63" dur="550" decel="100000" fill="hold"/>
                                        <p:tgtEl>
                                          <p:spTgt spid="15"/>
                                        </p:tgtEl>
                                        <p:attrNameLst>
                                          <p:attrName>ppt_x</p:attrName>
                                        </p:attrNameLst>
                                      </p:cBhvr>
                                      <p:tavLst>
                                        <p:tav tm="0">
                                          <p:val>
                                            <p:strVal val="#ppt_x"/>
                                          </p:val>
                                        </p:tav>
                                        <p:tav tm="100000">
                                          <p:val>
                                            <p:strVal val="#ppt_x"/>
                                          </p:val>
                                        </p:tav>
                                      </p:tavLst>
                                    </p:anim>
                                    <p:anim calcmode="lin" valueType="num">
                                      <p:cBhvr>
                                        <p:cTn id="64" dur="550" decel="100000" fill="hold"/>
                                        <p:tgtEl>
                                          <p:spTgt spid="15"/>
                                        </p:tgtEl>
                                        <p:attrNameLst>
                                          <p:attrName>ppt_y</p:attrName>
                                        </p:attrNameLst>
                                      </p:cBhvr>
                                      <p:tavLst>
                                        <p:tav tm="0">
                                          <p:val>
                                            <p:strVal val="#ppt_y+.035"/>
                                          </p:val>
                                        </p:tav>
                                        <p:tav tm="100000">
                                          <p:val>
                                            <p:strVal val="#ppt_y"/>
                                          </p:val>
                                        </p:tav>
                                      </p:tavLst>
                                    </p:anim>
                                  </p:childTnLst>
                                </p:cTn>
                              </p:par>
                              <p:par>
                                <p:cTn id="65" presetID="42" presetClass="entr" presetSubtype="0" fill="hold" grpId="0" nodeType="withEffect">
                                  <p:stCondLst>
                                    <p:cond delay="91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p:cTn id="68" dur="550" decel="100000" fill="hold"/>
                                        <p:tgtEl>
                                          <p:spTgt spid="16"/>
                                        </p:tgtEl>
                                        <p:attrNameLst>
                                          <p:attrName>ppt_x</p:attrName>
                                        </p:attrNameLst>
                                      </p:cBhvr>
                                      <p:tavLst>
                                        <p:tav tm="0">
                                          <p:val>
                                            <p:strVal val="#ppt_x"/>
                                          </p:val>
                                        </p:tav>
                                        <p:tav tm="100000">
                                          <p:val>
                                            <p:strVal val="#ppt_x"/>
                                          </p:val>
                                        </p:tav>
                                      </p:tavLst>
                                    </p:anim>
                                    <p:anim calcmode="lin" valueType="num">
                                      <p:cBhvr>
                                        <p:cTn id="69" dur="550" decel="100000" fill="hold"/>
                                        <p:tgtEl>
                                          <p:spTgt spid="16"/>
                                        </p:tgtEl>
                                        <p:attrNameLst>
                                          <p:attrName>ppt_y</p:attrName>
                                        </p:attrNameLst>
                                      </p:cBhvr>
                                      <p:tavLst>
                                        <p:tav tm="0">
                                          <p:val>
                                            <p:strVal val="#ppt_y+.035"/>
                                          </p:val>
                                        </p:tav>
                                        <p:tav tm="100000">
                                          <p:val>
                                            <p:strVal val="#ppt_y"/>
                                          </p:val>
                                        </p:tav>
                                      </p:tavLst>
                                    </p:anim>
                                  </p:childTnLst>
                                </p:cTn>
                              </p:par>
                              <p:par>
                                <p:cTn id="70" presetID="42" presetClass="entr" presetSubtype="0" fill="hold" grpId="0" nodeType="withEffect">
                                  <p:stCondLst>
                                    <p:cond delay="113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50"/>
                                        <p:tgtEl>
                                          <p:spTgt spid="17"/>
                                        </p:tgtEl>
                                      </p:cBhvr>
                                    </p:animEffect>
                                    <p:anim calcmode="lin" valueType="num">
                                      <p:cBhvr>
                                        <p:cTn id="73" dur="550" decel="100000" fill="hold"/>
                                        <p:tgtEl>
                                          <p:spTgt spid="17"/>
                                        </p:tgtEl>
                                        <p:attrNameLst>
                                          <p:attrName>ppt_x</p:attrName>
                                        </p:attrNameLst>
                                      </p:cBhvr>
                                      <p:tavLst>
                                        <p:tav tm="0">
                                          <p:val>
                                            <p:strVal val="#ppt_x"/>
                                          </p:val>
                                        </p:tav>
                                        <p:tav tm="100000">
                                          <p:val>
                                            <p:strVal val="#ppt_x"/>
                                          </p:val>
                                        </p:tav>
                                      </p:tavLst>
                                    </p:anim>
                                    <p:anim calcmode="lin" valueType="num">
                                      <p:cBhvr>
                                        <p:cTn id="74" dur="550" decel="100000" fill="hold"/>
                                        <p:tgtEl>
                                          <p:spTgt spid="17"/>
                                        </p:tgtEl>
                                        <p:attrNameLst>
                                          <p:attrName>ppt_y</p:attrName>
                                        </p:attrNameLst>
                                      </p:cBhvr>
                                      <p:tavLst>
                                        <p:tav tm="0">
                                          <p:val>
                                            <p:strVal val="#ppt_y+.035"/>
                                          </p:val>
                                        </p:tav>
                                        <p:tav tm="100000">
                                          <p:val>
                                            <p:strVal val="#ppt_y"/>
                                          </p:val>
                                        </p:tav>
                                      </p:tavLst>
                                    </p:anim>
                                  </p:childTnLst>
                                </p:cTn>
                              </p:par>
                              <p:par>
                                <p:cTn id="75" presetID="42" presetClass="entr" presetSubtype="0" fill="hold" nodeType="withEffect">
                                  <p:stCondLst>
                                    <p:cond delay="113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50"/>
                                        <p:tgtEl>
                                          <p:spTgt spid="18"/>
                                        </p:tgtEl>
                                      </p:cBhvr>
                                    </p:animEffect>
                                    <p:anim calcmode="lin" valueType="num">
                                      <p:cBhvr>
                                        <p:cTn id="78" dur="550" decel="100000" fill="hold"/>
                                        <p:tgtEl>
                                          <p:spTgt spid="18"/>
                                        </p:tgtEl>
                                        <p:attrNameLst>
                                          <p:attrName>ppt_x</p:attrName>
                                        </p:attrNameLst>
                                      </p:cBhvr>
                                      <p:tavLst>
                                        <p:tav tm="0">
                                          <p:val>
                                            <p:strVal val="#ppt_x"/>
                                          </p:val>
                                        </p:tav>
                                        <p:tav tm="100000">
                                          <p:val>
                                            <p:strVal val="#ppt_x"/>
                                          </p:val>
                                        </p:tav>
                                      </p:tavLst>
                                    </p:anim>
                                    <p:anim calcmode="lin" valueType="num">
                                      <p:cBhvr>
                                        <p:cTn id="79" dur="550" decel="100000" fill="hold"/>
                                        <p:tgtEl>
                                          <p:spTgt spid="18"/>
                                        </p:tgtEl>
                                        <p:attrNameLst>
                                          <p:attrName>ppt_y</p:attrName>
                                        </p:attrNameLst>
                                      </p:cBhvr>
                                      <p:tavLst>
                                        <p:tav tm="0">
                                          <p:val>
                                            <p:strVal val="#ppt_y+.035"/>
                                          </p:val>
                                        </p:tav>
                                        <p:tav tm="100000">
                                          <p:val>
                                            <p:strVal val="#ppt_y"/>
                                          </p:val>
                                        </p:tav>
                                      </p:tavLst>
                                    </p:anim>
                                  </p:childTnLst>
                                </p:cTn>
                              </p:par>
                              <p:par>
                                <p:cTn id="80" presetID="42" presetClass="entr" presetSubtype="0" fill="hold" grpId="0" nodeType="withEffect">
                                  <p:stCondLst>
                                    <p:cond delay="135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50"/>
                                        <p:tgtEl>
                                          <p:spTgt spid="19"/>
                                        </p:tgtEl>
                                      </p:cBhvr>
                                    </p:animEffect>
                                    <p:anim calcmode="lin" valueType="num">
                                      <p:cBhvr>
                                        <p:cTn id="83" dur="550" decel="100000" fill="hold"/>
                                        <p:tgtEl>
                                          <p:spTgt spid="19"/>
                                        </p:tgtEl>
                                        <p:attrNameLst>
                                          <p:attrName>ppt_x</p:attrName>
                                        </p:attrNameLst>
                                      </p:cBhvr>
                                      <p:tavLst>
                                        <p:tav tm="0">
                                          <p:val>
                                            <p:strVal val="#ppt_x"/>
                                          </p:val>
                                        </p:tav>
                                        <p:tav tm="100000">
                                          <p:val>
                                            <p:strVal val="#ppt_x"/>
                                          </p:val>
                                        </p:tav>
                                      </p:tavLst>
                                    </p:anim>
                                    <p:anim calcmode="lin" valueType="num">
                                      <p:cBhvr>
                                        <p:cTn id="84" dur="550" decel="100000" fill="hold"/>
                                        <p:tgtEl>
                                          <p:spTgt spid="19"/>
                                        </p:tgtEl>
                                        <p:attrNameLst>
                                          <p:attrName>ppt_y</p:attrName>
                                        </p:attrNameLst>
                                      </p:cBhvr>
                                      <p:tavLst>
                                        <p:tav tm="0">
                                          <p:val>
                                            <p:strVal val="#ppt_y+.035"/>
                                          </p:val>
                                        </p:tav>
                                        <p:tav tm="100000">
                                          <p:val>
                                            <p:strVal val="#ppt_y"/>
                                          </p:val>
                                        </p:tav>
                                      </p:tavLst>
                                    </p:anim>
                                  </p:childTnLst>
                                </p:cTn>
                              </p:par>
                              <p:par>
                                <p:cTn id="85" presetID="42" presetClass="entr" presetSubtype="0" fill="hold" nodeType="withEffect">
                                  <p:stCondLst>
                                    <p:cond delay="135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50"/>
                                        <p:tgtEl>
                                          <p:spTgt spid="20"/>
                                        </p:tgtEl>
                                      </p:cBhvr>
                                    </p:animEffect>
                                    <p:anim calcmode="lin" valueType="num">
                                      <p:cBhvr>
                                        <p:cTn id="88" dur="550" decel="100000" fill="hold"/>
                                        <p:tgtEl>
                                          <p:spTgt spid="20"/>
                                        </p:tgtEl>
                                        <p:attrNameLst>
                                          <p:attrName>ppt_x</p:attrName>
                                        </p:attrNameLst>
                                      </p:cBhvr>
                                      <p:tavLst>
                                        <p:tav tm="0">
                                          <p:val>
                                            <p:strVal val="#ppt_x"/>
                                          </p:val>
                                        </p:tav>
                                        <p:tav tm="100000">
                                          <p:val>
                                            <p:strVal val="#ppt_x"/>
                                          </p:val>
                                        </p:tav>
                                      </p:tavLst>
                                    </p:anim>
                                    <p:anim calcmode="lin" valueType="num">
                                      <p:cBhvr>
                                        <p:cTn id="89" dur="550" decel="100000" fill="hold"/>
                                        <p:tgtEl>
                                          <p:spTgt spid="20"/>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7"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rb"/>
          <p:cNvSpPr/>
          <p:nvPr/>
        </p:nvSpPr>
        <p:spPr>
          <a:xfrm>
            <a:off x="9326880" y="3840480"/>
            <a:ext cx="4754880" cy="4754880"/>
          </a:xfrm>
          <a:prstGeom prst="ellipse">
            <a:avLst/>
          </a:prstGeom>
          <a:solidFill>
            <a:srgbClr val="F472B6">
              <a:alpha val="38000"/>
            </a:srgbClr>
          </a:solidFill>
          <a:ln w="12700">
            <a:solidFill>
              <a:srgbClr val="F472B6"/>
            </a:solidFill>
            <a:prstDash val="solid"/>
          </a:ln>
          <a:effectLst>
            <a:softEdge rad="1700000"/>
          </a:effectLst>
        </p:spPr>
      </p:sp>
      <p:sp>
        <p:nvSpPr>
          <p:cNvPr id="3" name="s9 Text 1"/>
          <p:cNvSpPr/>
          <p:nvPr>
            <p:ph idx="101" type="title" hasCustomPrompt="1"/>
          </p:nvPr>
        </p:nvSpPr>
        <p:spPr>
          <a:xfrm>
            <a:off x="640080" y="457200"/>
            <a:ext cx="10908792" cy="777240"/>
          </a:xfrm>
          <a:prstGeom prst="rect">
            <a:avLst/>
          </a:prstGeom>
          <a:noFill/>
          <a:ln/>
        </p:spPr>
        <p:txBody>
          <a:bodyPr wrap="square" lIns="0" tIns="0" rIns="0" bIns="0" rtlCol="0" anchor="ctr"/>
          <a:lstStyle/>
          <a:p>
            <a:pPr algn="l" indent="0" marL="0">
              <a:buNone/>
            </a:pPr>
            <a:r>
              <a:rPr lang="en-US" sz="2600" dirty="0">
                <a:solidFill>
                  <a:srgbClr val="F1F5F9"/>
                </a:solidFill>
                <a:latin typeface="Arial Black" pitchFamily="34" charset="0"/>
                <a:ea typeface="Arial Black" pitchFamily="34" charset="-122"/>
                <a:cs typeface="Arial Black" pitchFamily="34" charset="-120"/>
              </a:rPr>
              <a:t>The syllabus, mapped to the project</a:t>
            </a:r>
            <a:endParaRPr lang="en-US" sz="2600" dirty="0"/>
          </a:p>
        </p:txBody>
      </p:sp>
      <p:sp>
        <p:nvSpPr>
          <p:cNvPr id="4" name="anim-1-184"/>
          <p:cNvSpPr/>
          <p:nvPr/>
        </p:nvSpPr>
        <p:spPr>
          <a:xfrm>
            <a:off x="640080" y="1554480"/>
            <a:ext cx="2560320" cy="2148840"/>
          </a:xfrm>
          <a:prstGeom prst="roundRect">
            <a:avLst>
              <a:gd name="adj" fmla="val 5957"/>
            </a:avLst>
          </a:prstGeom>
          <a:solidFill>
            <a:srgbClr val="14142B"/>
          </a:solidFill>
          <a:ln w="9525">
            <a:solidFill>
              <a:srgbClr val="34345E"/>
            </a:solidFill>
            <a:prstDash val="solid"/>
          </a:ln>
        </p:spPr>
      </p:sp>
      <p:sp>
        <p:nvSpPr>
          <p:cNvPr id="5" name="anim-1-185"/>
          <p:cNvSpPr/>
          <p:nvPr/>
        </p:nvSpPr>
        <p:spPr>
          <a:xfrm>
            <a:off x="868680" y="1783080"/>
            <a:ext cx="640080" cy="640080"/>
          </a:xfrm>
          <a:prstGeom prst="ellipse">
            <a:avLst/>
          </a:prstGeom>
          <a:solidFill>
            <a:srgbClr val="F97316">
              <a:alpha val="22000"/>
            </a:srgbClr>
          </a:solidFill>
          <a:ln w="12700">
            <a:solidFill>
              <a:srgbClr val="F97316"/>
            </a:solidFill>
            <a:prstDash val="solid"/>
          </a:ln>
        </p:spPr>
      </p:sp>
      <p:pic>
        <p:nvPicPr>
          <p:cNvPr id="6" name="anim-1-186" descr="preencoded.png">    </p:cNvPr>
          <p:cNvPicPr>
            <a:picLocks noChangeAspect="1"/>
          </p:cNvPicPr>
          <p:nvPr/>
        </p:nvPicPr>
        <p:blipFill>
          <a:blip r:embed="rId1"/>
          <a:stretch>
            <a:fillRect/>
          </a:stretch>
        </p:blipFill>
        <p:spPr>
          <a:xfrm>
            <a:off x="1028700" y="1943100"/>
            <a:ext cx="320040" cy="320040"/>
          </a:xfrm>
          <a:prstGeom prst="rect">
            <a:avLst/>
          </a:prstGeom>
        </p:spPr>
      </p:pic>
      <p:sp>
        <p:nvSpPr>
          <p:cNvPr id="7" name="anim-1-187"/>
          <p:cNvSpPr txBox="1"/>
          <p:nvPr/>
        </p:nvSpPr>
        <p:spPr>
          <a:xfrm>
            <a:off x="868680" y="2514600"/>
            <a:ext cx="2103120" cy="365760"/>
          </a:xfrm>
          <a:prstGeom prst="rect">
            <a:avLst/>
          </a:prstGeom>
          <a:noFill/>
          <a:ln/>
        </p:spPr>
        <p:txBody>
          <a:bodyPr wrap="square" lIns="0" tIns="0" rIns="0" bIns="0" rtlCol="0" anchor="t"/>
          <a:lstStyle/>
          <a:p>
            <a:pPr indent="0" marL="0">
              <a:buNone/>
            </a:pPr>
            <a:r>
              <a:rPr lang="en-US" sz="1700" b="1" dirty="0">
                <a:solidFill>
                  <a:srgbClr val="F1F5F9"/>
                </a:solidFill>
                <a:latin typeface="Calibri" pitchFamily="34" charset="0"/>
                <a:ea typeface="Calibri" pitchFamily="34" charset="-122"/>
                <a:cs typeface="Calibri" pitchFamily="34" charset="-120"/>
              </a:rPr>
              <a:t>HTML and forms</a:t>
            </a:r>
            <a:endParaRPr lang="en-US" sz="1700" dirty="0"/>
          </a:p>
        </p:txBody>
      </p:sp>
      <p:sp>
        <p:nvSpPr>
          <p:cNvPr id="8" name="anim-1-188"/>
          <p:cNvSpPr txBox="1"/>
          <p:nvPr/>
        </p:nvSpPr>
        <p:spPr>
          <a:xfrm>
            <a:off x="868680" y="2907792"/>
            <a:ext cx="2103120" cy="77724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Templates, sign up, log in and event forms with validation.</a:t>
            </a:r>
            <a:endParaRPr lang="en-US" sz="1400" dirty="0"/>
          </a:p>
        </p:txBody>
      </p:sp>
      <p:sp>
        <p:nvSpPr>
          <p:cNvPr id="9" name="anim-2-189"/>
          <p:cNvSpPr/>
          <p:nvPr/>
        </p:nvSpPr>
        <p:spPr>
          <a:xfrm>
            <a:off x="3419856" y="1554480"/>
            <a:ext cx="2560320" cy="2148840"/>
          </a:xfrm>
          <a:prstGeom prst="roundRect">
            <a:avLst>
              <a:gd name="adj" fmla="val 5957"/>
            </a:avLst>
          </a:prstGeom>
          <a:solidFill>
            <a:srgbClr val="14142B"/>
          </a:solidFill>
          <a:ln w="9525">
            <a:solidFill>
              <a:srgbClr val="34345E"/>
            </a:solidFill>
            <a:prstDash val="solid"/>
          </a:ln>
        </p:spPr>
      </p:sp>
      <p:sp>
        <p:nvSpPr>
          <p:cNvPr id="10" name="anim-2-190"/>
          <p:cNvSpPr/>
          <p:nvPr/>
        </p:nvSpPr>
        <p:spPr>
          <a:xfrm>
            <a:off x="3648456" y="1783080"/>
            <a:ext cx="640080" cy="640080"/>
          </a:xfrm>
          <a:prstGeom prst="ellipse">
            <a:avLst/>
          </a:prstGeom>
          <a:solidFill>
            <a:srgbClr val="A5B4FC">
              <a:alpha val="22000"/>
            </a:srgbClr>
          </a:solidFill>
          <a:ln w="12700">
            <a:solidFill>
              <a:srgbClr val="A5B4FC"/>
            </a:solidFill>
            <a:prstDash val="solid"/>
          </a:ln>
        </p:spPr>
      </p:sp>
      <p:pic>
        <p:nvPicPr>
          <p:cNvPr id="11" name="anim-2-191" descr="preencoded.png">    </p:cNvPr>
          <p:cNvPicPr>
            <a:picLocks noChangeAspect="1"/>
          </p:cNvPicPr>
          <p:nvPr/>
        </p:nvPicPr>
        <p:blipFill>
          <a:blip r:embed="rId2"/>
          <a:stretch>
            <a:fillRect/>
          </a:stretch>
        </p:blipFill>
        <p:spPr>
          <a:xfrm>
            <a:off x="3808476" y="1943100"/>
            <a:ext cx="320040" cy="320040"/>
          </a:xfrm>
          <a:prstGeom prst="rect">
            <a:avLst/>
          </a:prstGeom>
        </p:spPr>
      </p:pic>
      <p:sp>
        <p:nvSpPr>
          <p:cNvPr id="12" name="anim-2-192"/>
          <p:cNvSpPr txBox="1"/>
          <p:nvPr/>
        </p:nvSpPr>
        <p:spPr>
          <a:xfrm>
            <a:off x="3648456" y="2514600"/>
            <a:ext cx="2103120" cy="365760"/>
          </a:xfrm>
          <a:prstGeom prst="rect">
            <a:avLst/>
          </a:prstGeom>
          <a:noFill/>
          <a:ln/>
        </p:spPr>
        <p:txBody>
          <a:bodyPr wrap="square" lIns="0" tIns="0" rIns="0" bIns="0" rtlCol="0" anchor="t"/>
          <a:lstStyle/>
          <a:p>
            <a:pPr indent="0" marL="0">
              <a:buNone/>
            </a:pPr>
            <a:r>
              <a:rPr lang="en-US" sz="1700" b="1" dirty="0">
                <a:solidFill>
                  <a:srgbClr val="F1F5F9"/>
                </a:solidFill>
                <a:latin typeface="Calibri" pitchFamily="34" charset="0"/>
                <a:ea typeface="Calibri" pitchFamily="34" charset="-122"/>
                <a:cs typeface="Calibri" pitchFamily="34" charset="-120"/>
              </a:rPr>
              <a:t>CSS and Bootstrap</a:t>
            </a:r>
            <a:endParaRPr lang="en-US" sz="1700" dirty="0"/>
          </a:p>
        </p:txBody>
      </p:sp>
      <p:sp>
        <p:nvSpPr>
          <p:cNvPr id="13" name="anim-2-193"/>
          <p:cNvSpPr txBox="1"/>
          <p:nvPr/>
        </p:nvSpPr>
        <p:spPr>
          <a:xfrm>
            <a:off x="3648456" y="2907792"/>
            <a:ext cx="2103120" cy="77724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Responsive grid from phone to desktop, dark and light themes.</a:t>
            </a:r>
            <a:endParaRPr lang="en-US" sz="1400" dirty="0"/>
          </a:p>
        </p:txBody>
      </p:sp>
      <p:sp>
        <p:nvSpPr>
          <p:cNvPr id="14" name="anim-3-194"/>
          <p:cNvSpPr/>
          <p:nvPr/>
        </p:nvSpPr>
        <p:spPr>
          <a:xfrm>
            <a:off x="6199632" y="1554480"/>
            <a:ext cx="2560320" cy="2148840"/>
          </a:xfrm>
          <a:prstGeom prst="roundRect">
            <a:avLst>
              <a:gd name="adj" fmla="val 5957"/>
            </a:avLst>
          </a:prstGeom>
          <a:solidFill>
            <a:srgbClr val="14142B"/>
          </a:solidFill>
          <a:ln w="9525">
            <a:solidFill>
              <a:srgbClr val="34345E"/>
            </a:solidFill>
            <a:prstDash val="solid"/>
          </a:ln>
        </p:spPr>
      </p:sp>
      <p:sp>
        <p:nvSpPr>
          <p:cNvPr id="15" name="anim-3-195"/>
          <p:cNvSpPr/>
          <p:nvPr/>
        </p:nvSpPr>
        <p:spPr>
          <a:xfrm>
            <a:off x="6428232" y="1783080"/>
            <a:ext cx="640080" cy="640080"/>
          </a:xfrm>
          <a:prstGeom prst="ellipse">
            <a:avLst/>
          </a:prstGeom>
          <a:solidFill>
            <a:srgbClr val="FBBF24">
              <a:alpha val="22000"/>
            </a:srgbClr>
          </a:solidFill>
          <a:ln w="12700">
            <a:solidFill>
              <a:srgbClr val="FBBF24"/>
            </a:solidFill>
            <a:prstDash val="solid"/>
          </a:ln>
        </p:spPr>
      </p:sp>
      <p:pic>
        <p:nvPicPr>
          <p:cNvPr id="16" name="anim-3-196" descr="preencoded.png">    </p:cNvPr>
          <p:cNvPicPr>
            <a:picLocks noChangeAspect="1"/>
          </p:cNvPicPr>
          <p:nvPr/>
        </p:nvPicPr>
        <p:blipFill>
          <a:blip r:embed="rId3"/>
          <a:stretch>
            <a:fillRect/>
          </a:stretch>
        </p:blipFill>
        <p:spPr>
          <a:xfrm>
            <a:off x="6588252" y="1943100"/>
            <a:ext cx="320040" cy="320040"/>
          </a:xfrm>
          <a:prstGeom prst="rect">
            <a:avLst/>
          </a:prstGeom>
        </p:spPr>
      </p:pic>
      <p:sp>
        <p:nvSpPr>
          <p:cNvPr id="17" name="anim-3-197"/>
          <p:cNvSpPr txBox="1"/>
          <p:nvPr/>
        </p:nvSpPr>
        <p:spPr>
          <a:xfrm>
            <a:off x="6428232" y="2514600"/>
            <a:ext cx="2103120" cy="365760"/>
          </a:xfrm>
          <a:prstGeom prst="rect">
            <a:avLst/>
          </a:prstGeom>
          <a:noFill/>
          <a:ln/>
        </p:spPr>
        <p:txBody>
          <a:bodyPr wrap="square" lIns="0" tIns="0" rIns="0" bIns="0" rtlCol="0" anchor="t"/>
          <a:lstStyle/>
          <a:p>
            <a:pPr indent="0" marL="0">
              <a:buNone/>
            </a:pPr>
            <a:r>
              <a:rPr lang="en-US" sz="1700" b="1" dirty="0">
                <a:solidFill>
                  <a:srgbClr val="F1F5F9"/>
                </a:solidFill>
                <a:latin typeface="Calibri" pitchFamily="34" charset="0"/>
                <a:ea typeface="Calibri" pitchFamily="34" charset="-122"/>
                <a:cs typeface="Calibri" pitchFamily="34" charset="-120"/>
              </a:rPr>
              <a:t>JavaScript and DOM</a:t>
            </a:r>
            <a:endParaRPr lang="en-US" sz="1700" dirty="0"/>
          </a:p>
        </p:txBody>
      </p:sp>
      <p:sp>
        <p:nvSpPr>
          <p:cNvPr id="18" name="anim-3-198"/>
          <p:cNvSpPr txBox="1"/>
          <p:nvPr/>
        </p:nvSpPr>
        <p:spPr>
          <a:xfrm>
            <a:off x="6428232" y="2907792"/>
            <a:ext cx="2103120" cy="77724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Cards, seat counts, toasts and the theme switch built live.</a:t>
            </a:r>
            <a:endParaRPr lang="en-US" sz="1400" dirty="0"/>
          </a:p>
        </p:txBody>
      </p:sp>
      <p:sp>
        <p:nvSpPr>
          <p:cNvPr id="19" name="anim-4-199"/>
          <p:cNvSpPr/>
          <p:nvPr/>
        </p:nvSpPr>
        <p:spPr>
          <a:xfrm>
            <a:off x="8979408" y="1554480"/>
            <a:ext cx="2560320" cy="2148840"/>
          </a:xfrm>
          <a:prstGeom prst="roundRect">
            <a:avLst>
              <a:gd name="adj" fmla="val 5957"/>
            </a:avLst>
          </a:prstGeom>
          <a:solidFill>
            <a:srgbClr val="14142B"/>
          </a:solidFill>
          <a:ln w="9525">
            <a:solidFill>
              <a:srgbClr val="34345E"/>
            </a:solidFill>
            <a:prstDash val="solid"/>
          </a:ln>
        </p:spPr>
      </p:sp>
      <p:sp>
        <p:nvSpPr>
          <p:cNvPr id="20" name="anim-4-200"/>
          <p:cNvSpPr/>
          <p:nvPr/>
        </p:nvSpPr>
        <p:spPr>
          <a:xfrm>
            <a:off x="9208008" y="1783080"/>
            <a:ext cx="640080" cy="640080"/>
          </a:xfrm>
          <a:prstGeom prst="ellipse">
            <a:avLst/>
          </a:prstGeom>
          <a:solidFill>
            <a:srgbClr val="F472B6">
              <a:alpha val="22000"/>
            </a:srgbClr>
          </a:solidFill>
          <a:ln w="12700">
            <a:solidFill>
              <a:srgbClr val="F472B6"/>
            </a:solidFill>
            <a:prstDash val="solid"/>
          </a:ln>
        </p:spPr>
      </p:sp>
      <p:pic>
        <p:nvPicPr>
          <p:cNvPr id="21" name="anim-4-201" descr="preencoded.png">    </p:cNvPr>
          <p:cNvPicPr>
            <a:picLocks noChangeAspect="1"/>
          </p:cNvPicPr>
          <p:nvPr/>
        </p:nvPicPr>
        <p:blipFill>
          <a:blip r:embed="rId4"/>
          <a:stretch>
            <a:fillRect/>
          </a:stretch>
        </p:blipFill>
        <p:spPr>
          <a:xfrm>
            <a:off x="9368028" y="1943100"/>
            <a:ext cx="320040" cy="320040"/>
          </a:xfrm>
          <a:prstGeom prst="rect">
            <a:avLst/>
          </a:prstGeom>
        </p:spPr>
      </p:pic>
      <p:sp>
        <p:nvSpPr>
          <p:cNvPr id="22" name="anim-4-202"/>
          <p:cNvSpPr txBox="1"/>
          <p:nvPr/>
        </p:nvSpPr>
        <p:spPr>
          <a:xfrm>
            <a:off x="9208008" y="2514600"/>
            <a:ext cx="2103120" cy="365760"/>
          </a:xfrm>
          <a:prstGeom prst="rect">
            <a:avLst/>
          </a:prstGeom>
          <a:noFill/>
          <a:ln/>
        </p:spPr>
        <p:txBody>
          <a:bodyPr wrap="square" lIns="0" tIns="0" rIns="0" bIns="0" rtlCol="0" anchor="t"/>
          <a:lstStyle/>
          <a:p>
            <a:pPr indent="0" marL="0">
              <a:buNone/>
            </a:pPr>
            <a:r>
              <a:rPr lang="en-US" sz="1700" b="1" dirty="0">
                <a:solidFill>
                  <a:srgbClr val="F1F5F9"/>
                </a:solidFill>
                <a:latin typeface="Calibri" pitchFamily="34" charset="0"/>
                <a:ea typeface="Calibri" pitchFamily="34" charset="-122"/>
                <a:cs typeface="Calibri" pitchFamily="34" charset="-120"/>
              </a:rPr>
              <a:t>jQuery, AJAX, JSON</a:t>
            </a:r>
            <a:endParaRPr lang="en-US" sz="1700" dirty="0"/>
          </a:p>
        </p:txBody>
      </p:sp>
      <p:sp>
        <p:nvSpPr>
          <p:cNvPr id="23" name="anim-4-203"/>
          <p:cNvSpPr txBox="1"/>
          <p:nvPr/>
        </p:nvSpPr>
        <p:spPr>
          <a:xfrm>
            <a:off x="9208008" y="2907792"/>
            <a:ext cx="2103120" cy="77724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Search, register, save and check-in with no reload.</a:t>
            </a:r>
            <a:endParaRPr lang="en-US" sz="1400" dirty="0"/>
          </a:p>
        </p:txBody>
      </p:sp>
      <p:sp>
        <p:nvSpPr>
          <p:cNvPr id="24" name="anim-5-204"/>
          <p:cNvSpPr/>
          <p:nvPr/>
        </p:nvSpPr>
        <p:spPr>
          <a:xfrm>
            <a:off x="640080" y="3977640"/>
            <a:ext cx="2560320" cy="2148840"/>
          </a:xfrm>
          <a:prstGeom prst="roundRect">
            <a:avLst>
              <a:gd name="adj" fmla="val 5957"/>
            </a:avLst>
          </a:prstGeom>
          <a:solidFill>
            <a:srgbClr val="14142B"/>
          </a:solidFill>
          <a:ln w="9525">
            <a:solidFill>
              <a:srgbClr val="34345E"/>
            </a:solidFill>
            <a:prstDash val="solid"/>
          </a:ln>
        </p:spPr>
      </p:sp>
      <p:sp>
        <p:nvSpPr>
          <p:cNvPr id="25" name="anim-5-205"/>
          <p:cNvSpPr/>
          <p:nvPr/>
        </p:nvSpPr>
        <p:spPr>
          <a:xfrm>
            <a:off x="868680" y="4206240"/>
            <a:ext cx="640080" cy="640080"/>
          </a:xfrm>
          <a:prstGeom prst="ellipse">
            <a:avLst/>
          </a:prstGeom>
          <a:solidFill>
            <a:srgbClr val="4ADE80">
              <a:alpha val="22000"/>
            </a:srgbClr>
          </a:solidFill>
          <a:ln w="12700">
            <a:solidFill>
              <a:srgbClr val="4ADE80"/>
            </a:solidFill>
            <a:prstDash val="solid"/>
          </a:ln>
        </p:spPr>
      </p:sp>
      <p:pic>
        <p:nvPicPr>
          <p:cNvPr id="26" name="anim-5-206" descr="preencoded.png">    </p:cNvPr>
          <p:cNvPicPr>
            <a:picLocks noChangeAspect="1"/>
          </p:cNvPicPr>
          <p:nvPr/>
        </p:nvPicPr>
        <p:blipFill>
          <a:blip r:embed="rId5"/>
          <a:stretch>
            <a:fillRect/>
          </a:stretch>
        </p:blipFill>
        <p:spPr>
          <a:xfrm>
            <a:off x="1028700" y="4366260"/>
            <a:ext cx="320040" cy="320040"/>
          </a:xfrm>
          <a:prstGeom prst="rect">
            <a:avLst/>
          </a:prstGeom>
        </p:spPr>
      </p:pic>
      <p:sp>
        <p:nvSpPr>
          <p:cNvPr id="27" name="anim-5-207"/>
          <p:cNvSpPr txBox="1"/>
          <p:nvPr/>
        </p:nvSpPr>
        <p:spPr>
          <a:xfrm>
            <a:off x="868680" y="4937760"/>
            <a:ext cx="2103120" cy="365760"/>
          </a:xfrm>
          <a:prstGeom prst="rect">
            <a:avLst/>
          </a:prstGeom>
          <a:noFill/>
          <a:ln/>
        </p:spPr>
        <p:txBody>
          <a:bodyPr wrap="square" lIns="0" tIns="0" rIns="0" bIns="0" rtlCol="0" anchor="t"/>
          <a:lstStyle/>
          <a:p>
            <a:pPr indent="0" marL="0">
              <a:buNone/>
            </a:pPr>
            <a:r>
              <a:rPr lang="en-US" sz="1700" b="1" dirty="0">
                <a:solidFill>
                  <a:srgbClr val="F1F5F9"/>
                </a:solidFill>
                <a:latin typeface="Calibri" pitchFamily="34" charset="0"/>
                <a:ea typeface="Calibri" pitchFamily="34" charset="-122"/>
                <a:cs typeface="Calibri" pitchFamily="34" charset="-120"/>
              </a:rPr>
              <a:t>Python for the web</a:t>
            </a:r>
            <a:endParaRPr lang="en-US" sz="1700" dirty="0"/>
          </a:p>
        </p:txBody>
      </p:sp>
      <p:sp>
        <p:nvSpPr>
          <p:cNvPr id="28" name="anim-5-208"/>
          <p:cNvSpPr txBox="1"/>
          <p:nvPr/>
        </p:nvSpPr>
        <p:spPr>
          <a:xfrm>
            <a:off x="868680" y="5330952"/>
            <a:ext cx="2103120" cy="77724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GET and POST views, sessions, cookies and CSRF.</a:t>
            </a:r>
            <a:endParaRPr lang="en-US" sz="1400" dirty="0"/>
          </a:p>
        </p:txBody>
      </p:sp>
      <p:sp>
        <p:nvSpPr>
          <p:cNvPr id="29" name="anim-6-209"/>
          <p:cNvSpPr/>
          <p:nvPr/>
        </p:nvSpPr>
        <p:spPr>
          <a:xfrm>
            <a:off x="3419856" y="3977640"/>
            <a:ext cx="2560320" cy="2148840"/>
          </a:xfrm>
          <a:prstGeom prst="roundRect">
            <a:avLst>
              <a:gd name="adj" fmla="val 5957"/>
            </a:avLst>
          </a:prstGeom>
          <a:solidFill>
            <a:srgbClr val="14142B"/>
          </a:solidFill>
          <a:ln w="9525">
            <a:solidFill>
              <a:srgbClr val="34345E"/>
            </a:solidFill>
            <a:prstDash val="solid"/>
          </a:ln>
        </p:spPr>
      </p:sp>
      <p:sp>
        <p:nvSpPr>
          <p:cNvPr id="30" name="anim-6-210"/>
          <p:cNvSpPr/>
          <p:nvPr/>
        </p:nvSpPr>
        <p:spPr>
          <a:xfrm>
            <a:off x="3648456" y="4206240"/>
            <a:ext cx="640080" cy="640080"/>
          </a:xfrm>
          <a:prstGeom prst="ellipse">
            <a:avLst/>
          </a:prstGeom>
          <a:solidFill>
            <a:srgbClr val="F97316">
              <a:alpha val="22000"/>
            </a:srgbClr>
          </a:solidFill>
          <a:ln w="12700">
            <a:solidFill>
              <a:srgbClr val="F97316"/>
            </a:solidFill>
            <a:prstDash val="solid"/>
          </a:ln>
        </p:spPr>
      </p:sp>
      <p:pic>
        <p:nvPicPr>
          <p:cNvPr id="31" name="anim-6-211" descr="preencoded.png">    </p:cNvPr>
          <p:cNvPicPr>
            <a:picLocks noChangeAspect="1"/>
          </p:cNvPicPr>
          <p:nvPr/>
        </p:nvPicPr>
        <p:blipFill>
          <a:blip r:embed="rId6"/>
          <a:stretch>
            <a:fillRect/>
          </a:stretch>
        </p:blipFill>
        <p:spPr>
          <a:xfrm>
            <a:off x="3808476" y="4366260"/>
            <a:ext cx="320040" cy="320040"/>
          </a:xfrm>
          <a:prstGeom prst="rect">
            <a:avLst/>
          </a:prstGeom>
        </p:spPr>
      </p:pic>
      <p:sp>
        <p:nvSpPr>
          <p:cNvPr id="32" name="anim-6-212"/>
          <p:cNvSpPr txBox="1"/>
          <p:nvPr/>
        </p:nvSpPr>
        <p:spPr>
          <a:xfrm>
            <a:off x="3648456" y="4937760"/>
            <a:ext cx="2103120" cy="365760"/>
          </a:xfrm>
          <a:prstGeom prst="rect">
            <a:avLst/>
          </a:prstGeom>
          <a:noFill/>
          <a:ln/>
        </p:spPr>
        <p:txBody>
          <a:bodyPr wrap="square" lIns="0" tIns="0" rIns="0" bIns="0" rtlCol="0" anchor="t"/>
          <a:lstStyle/>
          <a:p>
            <a:pPr indent="0" marL="0">
              <a:buNone/>
            </a:pPr>
            <a:r>
              <a:rPr lang="en-US" sz="1700" b="1" dirty="0">
                <a:solidFill>
                  <a:srgbClr val="F1F5F9"/>
                </a:solidFill>
                <a:latin typeface="Calibri" pitchFamily="34" charset="0"/>
                <a:ea typeface="Calibri" pitchFamily="34" charset="-122"/>
                <a:cs typeface="Calibri" pitchFamily="34" charset="-120"/>
              </a:rPr>
              <a:t>MySQL and CRUD</a:t>
            </a:r>
            <a:endParaRPr lang="en-US" sz="1700" dirty="0"/>
          </a:p>
        </p:txBody>
      </p:sp>
      <p:sp>
        <p:nvSpPr>
          <p:cNvPr id="33" name="anim-6-213"/>
          <p:cNvSpPr txBox="1"/>
          <p:nvPr/>
        </p:nvSpPr>
        <p:spPr>
          <a:xfrm>
            <a:off x="3648456" y="5330952"/>
            <a:ext cx="2103120" cy="77724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MySQL is supported; the schema and CRUD queries are in sql/schema.sql.</a:t>
            </a:r>
            <a:endParaRPr lang="en-US" sz="1400" dirty="0"/>
          </a:p>
        </p:txBody>
      </p:sp>
      <p:sp>
        <p:nvSpPr>
          <p:cNvPr id="34" name="anim-7-214"/>
          <p:cNvSpPr/>
          <p:nvPr/>
        </p:nvSpPr>
        <p:spPr>
          <a:xfrm>
            <a:off x="6199632" y="3977640"/>
            <a:ext cx="2560320" cy="2148840"/>
          </a:xfrm>
          <a:prstGeom prst="roundRect">
            <a:avLst>
              <a:gd name="adj" fmla="val 5957"/>
            </a:avLst>
          </a:prstGeom>
          <a:solidFill>
            <a:srgbClr val="14142B"/>
          </a:solidFill>
          <a:ln w="9525">
            <a:solidFill>
              <a:srgbClr val="34345E"/>
            </a:solidFill>
            <a:prstDash val="solid"/>
          </a:ln>
        </p:spPr>
      </p:sp>
      <p:sp>
        <p:nvSpPr>
          <p:cNvPr id="35" name="anim-7-215"/>
          <p:cNvSpPr/>
          <p:nvPr/>
        </p:nvSpPr>
        <p:spPr>
          <a:xfrm>
            <a:off x="6428232" y="4206240"/>
            <a:ext cx="640080" cy="640080"/>
          </a:xfrm>
          <a:prstGeom prst="ellipse">
            <a:avLst/>
          </a:prstGeom>
          <a:solidFill>
            <a:srgbClr val="A5B4FC">
              <a:alpha val="22000"/>
            </a:srgbClr>
          </a:solidFill>
          <a:ln w="12700">
            <a:solidFill>
              <a:srgbClr val="A5B4FC"/>
            </a:solidFill>
            <a:prstDash val="solid"/>
          </a:ln>
        </p:spPr>
      </p:sp>
      <p:pic>
        <p:nvPicPr>
          <p:cNvPr id="36" name="anim-7-216" descr="preencoded.png">    </p:cNvPr>
          <p:cNvPicPr>
            <a:picLocks noChangeAspect="1"/>
          </p:cNvPicPr>
          <p:nvPr/>
        </p:nvPicPr>
        <p:blipFill>
          <a:blip r:embed="rId7"/>
          <a:stretch>
            <a:fillRect/>
          </a:stretch>
        </p:blipFill>
        <p:spPr>
          <a:xfrm>
            <a:off x="6588252" y="4366260"/>
            <a:ext cx="320040" cy="320040"/>
          </a:xfrm>
          <a:prstGeom prst="rect">
            <a:avLst/>
          </a:prstGeom>
        </p:spPr>
      </p:pic>
      <p:sp>
        <p:nvSpPr>
          <p:cNvPr id="37" name="anim-7-217"/>
          <p:cNvSpPr txBox="1"/>
          <p:nvPr/>
        </p:nvSpPr>
        <p:spPr>
          <a:xfrm>
            <a:off x="6428232" y="4937760"/>
            <a:ext cx="2103120" cy="365760"/>
          </a:xfrm>
          <a:prstGeom prst="rect">
            <a:avLst/>
          </a:prstGeom>
          <a:noFill/>
          <a:ln/>
        </p:spPr>
        <p:txBody>
          <a:bodyPr wrap="square" lIns="0" tIns="0" rIns="0" bIns="0" rtlCol="0" anchor="t"/>
          <a:lstStyle/>
          <a:p>
            <a:pPr indent="0" marL="0">
              <a:buNone/>
            </a:pPr>
            <a:r>
              <a:rPr lang="en-US" sz="1700" b="1" dirty="0">
                <a:solidFill>
                  <a:srgbClr val="F1F5F9"/>
                </a:solidFill>
                <a:latin typeface="Calibri" pitchFamily="34" charset="0"/>
                <a:ea typeface="Calibri" pitchFamily="34" charset="-122"/>
                <a:cs typeface="Calibri" pitchFamily="34" charset="-120"/>
              </a:rPr>
              <a:t>Django MVT and ORM</a:t>
            </a:r>
            <a:endParaRPr lang="en-US" sz="1700" dirty="0"/>
          </a:p>
        </p:txBody>
      </p:sp>
      <p:sp>
        <p:nvSpPr>
          <p:cNvPr id="38" name="anim-7-218"/>
          <p:cNvSpPr txBox="1"/>
          <p:nvPr/>
        </p:nvSpPr>
        <p:spPr>
          <a:xfrm>
            <a:off x="6428232" y="5330952"/>
            <a:ext cx="2103120" cy="77724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Models, views, templates, URL routing and ORM queries.</a:t>
            </a:r>
            <a:endParaRPr lang="en-US" sz="1400" dirty="0"/>
          </a:p>
        </p:txBody>
      </p:sp>
      <p:sp>
        <p:nvSpPr>
          <p:cNvPr id="39" name="anim-8-219"/>
          <p:cNvSpPr/>
          <p:nvPr/>
        </p:nvSpPr>
        <p:spPr>
          <a:xfrm>
            <a:off x="8979408" y="3977640"/>
            <a:ext cx="2560320" cy="2148840"/>
          </a:xfrm>
          <a:prstGeom prst="roundRect">
            <a:avLst>
              <a:gd name="adj" fmla="val 5957"/>
            </a:avLst>
          </a:prstGeom>
          <a:solidFill>
            <a:srgbClr val="14142B"/>
          </a:solidFill>
          <a:ln w="9525">
            <a:solidFill>
              <a:srgbClr val="34345E"/>
            </a:solidFill>
            <a:prstDash val="solid"/>
          </a:ln>
        </p:spPr>
      </p:sp>
      <p:sp>
        <p:nvSpPr>
          <p:cNvPr id="40" name="anim-8-220"/>
          <p:cNvSpPr/>
          <p:nvPr/>
        </p:nvSpPr>
        <p:spPr>
          <a:xfrm>
            <a:off x="9208008" y="4206240"/>
            <a:ext cx="640080" cy="640080"/>
          </a:xfrm>
          <a:prstGeom prst="ellipse">
            <a:avLst/>
          </a:prstGeom>
          <a:solidFill>
            <a:srgbClr val="F472B6">
              <a:alpha val="22000"/>
            </a:srgbClr>
          </a:solidFill>
          <a:ln w="12700">
            <a:solidFill>
              <a:srgbClr val="F472B6"/>
            </a:solidFill>
            <a:prstDash val="solid"/>
          </a:ln>
        </p:spPr>
      </p:sp>
      <p:pic>
        <p:nvPicPr>
          <p:cNvPr id="41" name="anim-8-221" descr="preencoded.png">    </p:cNvPr>
          <p:cNvPicPr>
            <a:picLocks noChangeAspect="1"/>
          </p:cNvPicPr>
          <p:nvPr/>
        </p:nvPicPr>
        <p:blipFill>
          <a:blip r:embed="rId8"/>
          <a:stretch>
            <a:fillRect/>
          </a:stretch>
        </p:blipFill>
        <p:spPr>
          <a:xfrm>
            <a:off x="9368028" y="4366260"/>
            <a:ext cx="320040" cy="320040"/>
          </a:xfrm>
          <a:prstGeom prst="rect">
            <a:avLst/>
          </a:prstGeom>
        </p:spPr>
      </p:pic>
      <p:sp>
        <p:nvSpPr>
          <p:cNvPr id="42" name="anim-8-222"/>
          <p:cNvSpPr txBox="1"/>
          <p:nvPr/>
        </p:nvSpPr>
        <p:spPr>
          <a:xfrm>
            <a:off x="9208008" y="4937760"/>
            <a:ext cx="2103120" cy="365760"/>
          </a:xfrm>
          <a:prstGeom prst="rect">
            <a:avLst/>
          </a:prstGeom>
          <a:noFill/>
          <a:ln/>
        </p:spPr>
        <p:txBody>
          <a:bodyPr wrap="square" lIns="0" tIns="0" rIns="0" bIns="0" rtlCol="0" anchor="t"/>
          <a:lstStyle/>
          <a:p>
            <a:pPr indent="0" marL="0">
              <a:buNone/>
            </a:pPr>
            <a:r>
              <a:rPr lang="en-US" sz="1700" b="1" dirty="0">
                <a:solidFill>
                  <a:srgbClr val="F1F5F9"/>
                </a:solidFill>
                <a:latin typeface="Calibri" pitchFamily="34" charset="0"/>
                <a:ea typeface="Calibri" pitchFamily="34" charset="-122"/>
                <a:cs typeface="Calibri" pitchFamily="34" charset="-120"/>
              </a:rPr>
              <a:t>Admin interface</a:t>
            </a:r>
            <a:endParaRPr lang="en-US" sz="1700" dirty="0"/>
          </a:p>
        </p:txBody>
      </p:sp>
      <p:sp>
        <p:nvSpPr>
          <p:cNvPr id="43" name="anim-8-223"/>
          <p:cNvSpPr txBox="1"/>
          <p:nvPr/>
        </p:nvSpPr>
        <p:spPr>
          <a:xfrm>
            <a:off x="9208008" y="5330952"/>
            <a:ext cx="2103120" cy="77724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Search, filters and drill-down for every table.</a:t>
            </a:r>
            <a:endParaRPr lang="en-US" sz="1400" dirty="0"/>
          </a:p>
        </p:txBody>
      </p:sp>
      <p:sp>
        <p:nvSpPr>
          <p:cNvPr id="25" name="s9 Slide Number Placeholder 0"/>
          <p:cNvSpPr>
            <a:spLocks noGrp="1"/>
          </p:cNvSpPr>
          <p:nvPr>
            <p:ph type="sldNum" sz="quarter" idx="4294967295"/>
          </p:nvPr>
        </p:nvSpPr>
        <p:spPr>
          <a:xfrm>
            <a:off x="1106424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ED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4="http://schemas.microsoft.com/office/powerpoint/2010/main" Requires="p14">
      <p:transition spd="slow" p14:dur="1200">
        <p14:flythrough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decel="100000" fill="hold"/>
                                        <p:tgtEl>
                                          <p:spTgt spid="4"/>
                                        </p:tgtEl>
                                        <p:attrNameLst>
                                          <p:attrName>ppt_x</p:attrName>
                                        </p:attrNameLst>
                                      </p:cBhvr>
                                      <p:tavLst>
                                        <p:tav tm="0">
                                          <p:val>
                                            <p:strVal val="#ppt_x"/>
                                          </p:val>
                                        </p:tav>
                                        <p:tav tm="100000">
                                          <p:val>
                                            <p:strVal val="#ppt_x"/>
                                          </p:val>
                                        </p:tav>
                                      </p:tavLst>
                                    </p:anim>
                                    <p:anim calcmode="lin" valueType="num">
                                      <p:cBhvr>
                                        <p:cTn id="9" dur="550" decel="100000" fill="hold"/>
                                        <p:tgtEl>
                                          <p:spTgt spid="4"/>
                                        </p:tgtEl>
                                        <p:attrNameLst>
                                          <p:attrName>ppt_y</p:attrName>
                                        </p:attrNameLst>
                                      </p:cBhvr>
                                      <p:tavLst>
                                        <p:tav tm="0">
                                          <p:val>
                                            <p:strVal val="#ppt_y+.035"/>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decel="100000" fill="hold"/>
                                        <p:tgtEl>
                                          <p:spTgt spid="5"/>
                                        </p:tgtEl>
                                        <p:attrNameLst>
                                          <p:attrName>ppt_x</p:attrName>
                                        </p:attrNameLst>
                                      </p:cBhvr>
                                      <p:tavLst>
                                        <p:tav tm="0">
                                          <p:val>
                                            <p:strVal val="#ppt_x"/>
                                          </p:val>
                                        </p:tav>
                                        <p:tav tm="100000">
                                          <p:val>
                                            <p:strVal val="#ppt_x"/>
                                          </p:val>
                                        </p:tav>
                                      </p:tavLst>
                                    </p:anim>
                                    <p:anim calcmode="lin" valueType="num">
                                      <p:cBhvr>
                                        <p:cTn id="14" dur="550" decel="100000" fill="hold"/>
                                        <p:tgtEl>
                                          <p:spTgt spid="5"/>
                                        </p:tgtEl>
                                        <p:attrNameLst>
                                          <p:attrName>ppt_y</p:attrName>
                                        </p:attrNameLst>
                                      </p:cBhvr>
                                      <p:tavLst>
                                        <p:tav tm="0">
                                          <p:val>
                                            <p:strVal val="#ppt_y+.035"/>
                                          </p:val>
                                        </p:tav>
                                        <p:tav tm="100000">
                                          <p:val>
                                            <p:strVal val="#ppt_y"/>
                                          </p:val>
                                        </p:tav>
                                      </p:tavLst>
                                    </p:anim>
                                  </p:childTnLst>
                                </p:cTn>
                              </p:par>
                              <p:par>
                                <p:cTn id="15" presetID="42" presetClass="entr" presetSubtype="0" fill="hold" nodeType="withEffect">
                                  <p:stCondLst>
                                    <p:cond delay="2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decel="100000" fill="hold"/>
                                        <p:tgtEl>
                                          <p:spTgt spid="6"/>
                                        </p:tgtEl>
                                        <p:attrNameLst>
                                          <p:attrName>ppt_x</p:attrName>
                                        </p:attrNameLst>
                                      </p:cBhvr>
                                      <p:tavLst>
                                        <p:tav tm="0">
                                          <p:val>
                                            <p:strVal val="#ppt_x"/>
                                          </p:val>
                                        </p:tav>
                                        <p:tav tm="100000">
                                          <p:val>
                                            <p:strVal val="#ppt_x"/>
                                          </p:val>
                                        </p:tav>
                                      </p:tavLst>
                                    </p:anim>
                                    <p:anim calcmode="lin" valueType="num">
                                      <p:cBhvr>
                                        <p:cTn id="19" dur="550" decel="100000" fill="hold"/>
                                        <p:tgtEl>
                                          <p:spTgt spid="6"/>
                                        </p:tgtEl>
                                        <p:attrNameLst>
                                          <p:attrName>ppt_y</p:attrName>
                                        </p:attrNameLst>
                                      </p:cBhvr>
                                      <p:tavLst>
                                        <p:tav tm="0">
                                          <p:val>
                                            <p:strVal val="#ppt_y+.035"/>
                                          </p:val>
                                        </p:tav>
                                        <p:tav tm="100000">
                                          <p:val>
                                            <p:strVal val="#ppt_y"/>
                                          </p:val>
                                        </p:tav>
                                      </p:tavLst>
                                    </p:anim>
                                  </p:childTnLst>
                                </p:cTn>
                              </p:par>
                              <p:par>
                                <p:cTn id="20" presetID="42" presetClass="entr" presetSubtype="0" fill="hold" grpId="0" nodeType="withEffect">
                                  <p:stCondLst>
                                    <p:cond delay="2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decel="100000" fill="hold"/>
                                        <p:tgtEl>
                                          <p:spTgt spid="7"/>
                                        </p:tgtEl>
                                        <p:attrNameLst>
                                          <p:attrName>ppt_x</p:attrName>
                                        </p:attrNameLst>
                                      </p:cBhvr>
                                      <p:tavLst>
                                        <p:tav tm="0">
                                          <p:val>
                                            <p:strVal val="#ppt_x"/>
                                          </p:val>
                                        </p:tav>
                                        <p:tav tm="100000">
                                          <p:val>
                                            <p:strVal val="#ppt_x"/>
                                          </p:val>
                                        </p:tav>
                                      </p:tavLst>
                                    </p:anim>
                                    <p:anim calcmode="lin" valueType="num">
                                      <p:cBhvr>
                                        <p:cTn id="24" dur="550" decel="100000" fill="hold"/>
                                        <p:tgtEl>
                                          <p:spTgt spid="7"/>
                                        </p:tgtEl>
                                        <p:attrNameLst>
                                          <p:attrName>ppt_y</p:attrName>
                                        </p:attrNameLst>
                                      </p:cBhvr>
                                      <p:tavLst>
                                        <p:tav tm="0">
                                          <p:val>
                                            <p:strVal val="#ppt_y+.035"/>
                                          </p:val>
                                        </p:tav>
                                        <p:tav tm="100000">
                                          <p:val>
                                            <p:strVal val="#ppt_y"/>
                                          </p:val>
                                        </p:tav>
                                      </p:tavLst>
                                    </p:anim>
                                  </p:childTnLst>
                                </p:cTn>
                              </p:par>
                              <p:par>
                                <p:cTn id="25" presetID="42" presetClass="entr" presetSubtype="0" fill="hold" grpId="0" nodeType="withEffect">
                                  <p:stCondLst>
                                    <p:cond delay="25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decel="100000" fill="hold"/>
                                        <p:tgtEl>
                                          <p:spTgt spid="8"/>
                                        </p:tgtEl>
                                        <p:attrNameLst>
                                          <p:attrName>ppt_x</p:attrName>
                                        </p:attrNameLst>
                                      </p:cBhvr>
                                      <p:tavLst>
                                        <p:tav tm="0">
                                          <p:val>
                                            <p:strVal val="#ppt_x"/>
                                          </p:val>
                                        </p:tav>
                                        <p:tav tm="100000">
                                          <p:val>
                                            <p:strVal val="#ppt_x"/>
                                          </p:val>
                                        </p:tav>
                                      </p:tavLst>
                                    </p:anim>
                                    <p:anim calcmode="lin" valueType="num">
                                      <p:cBhvr>
                                        <p:cTn id="29" dur="550" decel="100000" fill="hold"/>
                                        <p:tgtEl>
                                          <p:spTgt spid="8"/>
                                        </p:tgtEl>
                                        <p:attrNameLst>
                                          <p:attrName>ppt_y</p:attrName>
                                        </p:attrNameLst>
                                      </p:cBhvr>
                                      <p:tavLst>
                                        <p:tav tm="0">
                                          <p:val>
                                            <p:strVal val="#ppt_y+.035"/>
                                          </p:val>
                                        </p:tav>
                                        <p:tav tm="100000">
                                          <p:val>
                                            <p:strVal val="#ppt_y"/>
                                          </p:val>
                                        </p:tav>
                                      </p:tavLst>
                                    </p:anim>
                                  </p:childTnLst>
                                </p:cTn>
                              </p:par>
                              <p:par>
                                <p:cTn id="30" presetID="42" presetClass="entr" presetSubtype="0" fill="hold" grpId="0" nodeType="withEffect">
                                  <p:stCondLst>
                                    <p:cond delay="47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p:cTn id="33" dur="550" decel="100000" fill="hold"/>
                                        <p:tgtEl>
                                          <p:spTgt spid="9"/>
                                        </p:tgtEl>
                                        <p:attrNameLst>
                                          <p:attrName>ppt_x</p:attrName>
                                        </p:attrNameLst>
                                      </p:cBhvr>
                                      <p:tavLst>
                                        <p:tav tm="0">
                                          <p:val>
                                            <p:strVal val="#ppt_x"/>
                                          </p:val>
                                        </p:tav>
                                        <p:tav tm="100000">
                                          <p:val>
                                            <p:strVal val="#ppt_x"/>
                                          </p:val>
                                        </p:tav>
                                      </p:tavLst>
                                    </p:anim>
                                    <p:anim calcmode="lin" valueType="num">
                                      <p:cBhvr>
                                        <p:cTn id="34" dur="550" decel="100000" fill="hold"/>
                                        <p:tgtEl>
                                          <p:spTgt spid="9"/>
                                        </p:tgtEl>
                                        <p:attrNameLst>
                                          <p:attrName>ppt_y</p:attrName>
                                        </p:attrNameLst>
                                      </p:cBhvr>
                                      <p:tavLst>
                                        <p:tav tm="0">
                                          <p:val>
                                            <p:strVal val="#ppt_y+.035"/>
                                          </p:val>
                                        </p:tav>
                                        <p:tav tm="100000">
                                          <p:val>
                                            <p:strVal val="#ppt_y"/>
                                          </p:val>
                                        </p:tav>
                                      </p:tavLst>
                                    </p:anim>
                                  </p:childTnLst>
                                </p:cTn>
                              </p:par>
                              <p:par>
                                <p:cTn id="35" presetID="42" presetClass="entr" presetSubtype="0" fill="hold" grpId="0" nodeType="withEffect">
                                  <p:stCondLst>
                                    <p:cond delay="47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p:cTn id="38" dur="550" decel="100000" fill="hold"/>
                                        <p:tgtEl>
                                          <p:spTgt spid="10"/>
                                        </p:tgtEl>
                                        <p:attrNameLst>
                                          <p:attrName>ppt_x</p:attrName>
                                        </p:attrNameLst>
                                      </p:cBhvr>
                                      <p:tavLst>
                                        <p:tav tm="0">
                                          <p:val>
                                            <p:strVal val="#ppt_x"/>
                                          </p:val>
                                        </p:tav>
                                        <p:tav tm="100000">
                                          <p:val>
                                            <p:strVal val="#ppt_x"/>
                                          </p:val>
                                        </p:tav>
                                      </p:tavLst>
                                    </p:anim>
                                    <p:anim calcmode="lin" valueType="num">
                                      <p:cBhvr>
                                        <p:cTn id="39" dur="550" decel="100000" fill="hold"/>
                                        <p:tgtEl>
                                          <p:spTgt spid="10"/>
                                        </p:tgtEl>
                                        <p:attrNameLst>
                                          <p:attrName>ppt_y</p:attrName>
                                        </p:attrNameLst>
                                      </p:cBhvr>
                                      <p:tavLst>
                                        <p:tav tm="0">
                                          <p:val>
                                            <p:strVal val="#ppt_y+.035"/>
                                          </p:val>
                                        </p:tav>
                                        <p:tav tm="100000">
                                          <p:val>
                                            <p:strVal val="#ppt_y"/>
                                          </p:val>
                                        </p:tav>
                                      </p:tavLst>
                                    </p:anim>
                                  </p:childTnLst>
                                </p:cTn>
                              </p:par>
                              <p:par>
                                <p:cTn id="40" presetID="42" presetClass="entr" presetSubtype="0" fill="hold" nodeType="withEffect">
                                  <p:stCondLst>
                                    <p:cond delay="47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p:cTn id="43" dur="550" decel="100000" fill="hold"/>
                                        <p:tgtEl>
                                          <p:spTgt spid="11"/>
                                        </p:tgtEl>
                                        <p:attrNameLst>
                                          <p:attrName>ppt_x</p:attrName>
                                        </p:attrNameLst>
                                      </p:cBhvr>
                                      <p:tavLst>
                                        <p:tav tm="0">
                                          <p:val>
                                            <p:strVal val="#ppt_x"/>
                                          </p:val>
                                        </p:tav>
                                        <p:tav tm="100000">
                                          <p:val>
                                            <p:strVal val="#ppt_x"/>
                                          </p:val>
                                        </p:tav>
                                      </p:tavLst>
                                    </p:anim>
                                    <p:anim calcmode="lin" valueType="num">
                                      <p:cBhvr>
                                        <p:cTn id="44" dur="550" decel="100000" fill="hold"/>
                                        <p:tgtEl>
                                          <p:spTgt spid="11"/>
                                        </p:tgtEl>
                                        <p:attrNameLst>
                                          <p:attrName>ppt_y</p:attrName>
                                        </p:attrNameLst>
                                      </p:cBhvr>
                                      <p:tavLst>
                                        <p:tav tm="0">
                                          <p:val>
                                            <p:strVal val="#ppt_y+.035"/>
                                          </p:val>
                                        </p:tav>
                                        <p:tav tm="100000">
                                          <p:val>
                                            <p:strVal val="#ppt_y"/>
                                          </p:val>
                                        </p:tav>
                                      </p:tavLst>
                                    </p:anim>
                                  </p:childTnLst>
                                </p:cTn>
                              </p:par>
                              <p:par>
                                <p:cTn id="45" presetID="42" presetClass="entr" presetSubtype="0" fill="hold" grpId="0" nodeType="withEffect">
                                  <p:stCondLst>
                                    <p:cond delay="47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p:cTn id="48" dur="550" decel="100000" fill="hold"/>
                                        <p:tgtEl>
                                          <p:spTgt spid="12"/>
                                        </p:tgtEl>
                                        <p:attrNameLst>
                                          <p:attrName>ppt_x</p:attrName>
                                        </p:attrNameLst>
                                      </p:cBhvr>
                                      <p:tavLst>
                                        <p:tav tm="0">
                                          <p:val>
                                            <p:strVal val="#ppt_x"/>
                                          </p:val>
                                        </p:tav>
                                        <p:tav tm="100000">
                                          <p:val>
                                            <p:strVal val="#ppt_x"/>
                                          </p:val>
                                        </p:tav>
                                      </p:tavLst>
                                    </p:anim>
                                    <p:anim calcmode="lin" valueType="num">
                                      <p:cBhvr>
                                        <p:cTn id="49" dur="550" decel="100000" fill="hold"/>
                                        <p:tgtEl>
                                          <p:spTgt spid="12"/>
                                        </p:tgtEl>
                                        <p:attrNameLst>
                                          <p:attrName>ppt_y</p:attrName>
                                        </p:attrNameLst>
                                      </p:cBhvr>
                                      <p:tavLst>
                                        <p:tav tm="0">
                                          <p:val>
                                            <p:strVal val="#ppt_y+.035"/>
                                          </p:val>
                                        </p:tav>
                                        <p:tav tm="100000">
                                          <p:val>
                                            <p:strVal val="#ppt_y"/>
                                          </p:val>
                                        </p:tav>
                                      </p:tavLst>
                                    </p:anim>
                                  </p:childTnLst>
                                </p:cTn>
                              </p:par>
                              <p:par>
                                <p:cTn id="50" presetID="42" presetClass="entr" presetSubtype="0" fill="hold" grpId="0" nodeType="withEffect">
                                  <p:stCondLst>
                                    <p:cond delay="47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p:cTn id="53" dur="550" decel="100000" fill="hold"/>
                                        <p:tgtEl>
                                          <p:spTgt spid="13"/>
                                        </p:tgtEl>
                                        <p:attrNameLst>
                                          <p:attrName>ppt_x</p:attrName>
                                        </p:attrNameLst>
                                      </p:cBhvr>
                                      <p:tavLst>
                                        <p:tav tm="0">
                                          <p:val>
                                            <p:strVal val="#ppt_x"/>
                                          </p:val>
                                        </p:tav>
                                        <p:tav tm="100000">
                                          <p:val>
                                            <p:strVal val="#ppt_x"/>
                                          </p:val>
                                        </p:tav>
                                      </p:tavLst>
                                    </p:anim>
                                    <p:anim calcmode="lin" valueType="num">
                                      <p:cBhvr>
                                        <p:cTn id="54" dur="550" decel="100000" fill="hold"/>
                                        <p:tgtEl>
                                          <p:spTgt spid="13"/>
                                        </p:tgtEl>
                                        <p:attrNameLst>
                                          <p:attrName>ppt_y</p:attrName>
                                        </p:attrNameLst>
                                      </p:cBhvr>
                                      <p:tavLst>
                                        <p:tav tm="0">
                                          <p:val>
                                            <p:strVal val="#ppt_y+.035"/>
                                          </p:val>
                                        </p:tav>
                                        <p:tav tm="100000">
                                          <p:val>
                                            <p:strVal val="#ppt_y"/>
                                          </p:val>
                                        </p:tav>
                                      </p:tavLst>
                                    </p:anim>
                                  </p:childTnLst>
                                </p:cTn>
                              </p:par>
                              <p:par>
                                <p:cTn id="55" presetID="42" presetClass="entr" presetSubtype="0" fill="hold" grpId="0" nodeType="withEffect">
                                  <p:stCondLst>
                                    <p:cond delay="69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p:cTn id="58" dur="550" decel="100000" fill="hold"/>
                                        <p:tgtEl>
                                          <p:spTgt spid="14"/>
                                        </p:tgtEl>
                                        <p:attrNameLst>
                                          <p:attrName>ppt_x</p:attrName>
                                        </p:attrNameLst>
                                      </p:cBhvr>
                                      <p:tavLst>
                                        <p:tav tm="0">
                                          <p:val>
                                            <p:strVal val="#ppt_x"/>
                                          </p:val>
                                        </p:tav>
                                        <p:tav tm="100000">
                                          <p:val>
                                            <p:strVal val="#ppt_x"/>
                                          </p:val>
                                        </p:tav>
                                      </p:tavLst>
                                    </p:anim>
                                    <p:anim calcmode="lin" valueType="num">
                                      <p:cBhvr>
                                        <p:cTn id="59" dur="550" decel="100000" fill="hold"/>
                                        <p:tgtEl>
                                          <p:spTgt spid="14"/>
                                        </p:tgtEl>
                                        <p:attrNameLst>
                                          <p:attrName>ppt_y</p:attrName>
                                        </p:attrNameLst>
                                      </p:cBhvr>
                                      <p:tavLst>
                                        <p:tav tm="0">
                                          <p:val>
                                            <p:strVal val="#ppt_y+.035"/>
                                          </p:val>
                                        </p:tav>
                                        <p:tav tm="100000">
                                          <p:val>
                                            <p:strVal val="#ppt_y"/>
                                          </p:val>
                                        </p:tav>
                                      </p:tavLst>
                                    </p:anim>
                                  </p:childTnLst>
                                </p:cTn>
                              </p:par>
                              <p:par>
                                <p:cTn id="60" presetID="42" presetClass="entr" presetSubtype="0" fill="hold" grpId="0" nodeType="withEffect">
                                  <p:stCondLst>
                                    <p:cond delay="69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p:cTn id="63" dur="550" decel="100000" fill="hold"/>
                                        <p:tgtEl>
                                          <p:spTgt spid="15"/>
                                        </p:tgtEl>
                                        <p:attrNameLst>
                                          <p:attrName>ppt_x</p:attrName>
                                        </p:attrNameLst>
                                      </p:cBhvr>
                                      <p:tavLst>
                                        <p:tav tm="0">
                                          <p:val>
                                            <p:strVal val="#ppt_x"/>
                                          </p:val>
                                        </p:tav>
                                        <p:tav tm="100000">
                                          <p:val>
                                            <p:strVal val="#ppt_x"/>
                                          </p:val>
                                        </p:tav>
                                      </p:tavLst>
                                    </p:anim>
                                    <p:anim calcmode="lin" valueType="num">
                                      <p:cBhvr>
                                        <p:cTn id="64" dur="550" decel="100000" fill="hold"/>
                                        <p:tgtEl>
                                          <p:spTgt spid="15"/>
                                        </p:tgtEl>
                                        <p:attrNameLst>
                                          <p:attrName>ppt_y</p:attrName>
                                        </p:attrNameLst>
                                      </p:cBhvr>
                                      <p:tavLst>
                                        <p:tav tm="0">
                                          <p:val>
                                            <p:strVal val="#ppt_y+.035"/>
                                          </p:val>
                                        </p:tav>
                                        <p:tav tm="100000">
                                          <p:val>
                                            <p:strVal val="#ppt_y"/>
                                          </p:val>
                                        </p:tav>
                                      </p:tavLst>
                                    </p:anim>
                                  </p:childTnLst>
                                </p:cTn>
                              </p:par>
                              <p:par>
                                <p:cTn id="65" presetID="42" presetClass="entr" presetSubtype="0" fill="hold" nodeType="withEffect">
                                  <p:stCondLst>
                                    <p:cond delay="69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p:cTn id="68" dur="550" decel="100000" fill="hold"/>
                                        <p:tgtEl>
                                          <p:spTgt spid="16"/>
                                        </p:tgtEl>
                                        <p:attrNameLst>
                                          <p:attrName>ppt_x</p:attrName>
                                        </p:attrNameLst>
                                      </p:cBhvr>
                                      <p:tavLst>
                                        <p:tav tm="0">
                                          <p:val>
                                            <p:strVal val="#ppt_x"/>
                                          </p:val>
                                        </p:tav>
                                        <p:tav tm="100000">
                                          <p:val>
                                            <p:strVal val="#ppt_x"/>
                                          </p:val>
                                        </p:tav>
                                      </p:tavLst>
                                    </p:anim>
                                    <p:anim calcmode="lin" valueType="num">
                                      <p:cBhvr>
                                        <p:cTn id="69" dur="550" decel="100000" fill="hold"/>
                                        <p:tgtEl>
                                          <p:spTgt spid="16"/>
                                        </p:tgtEl>
                                        <p:attrNameLst>
                                          <p:attrName>ppt_y</p:attrName>
                                        </p:attrNameLst>
                                      </p:cBhvr>
                                      <p:tavLst>
                                        <p:tav tm="0">
                                          <p:val>
                                            <p:strVal val="#ppt_y+.035"/>
                                          </p:val>
                                        </p:tav>
                                        <p:tav tm="100000">
                                          <p:val>
                                            <p:strVal val="#ppt_y"/>
                                          </p:val>
                                        </p:tav>
                                      </p:tavLst>
                                    </p:anim>
                                  </p:childTnLst>
                                </p:cTn>
                              </p:par>
                              <p:par>
                                <p:cTn id="70" presetID="42" presetClass="entr" presetSubtype="0" fill="hold" grpId="0" nodeType="withEffect">
                                  <p:stCondLst>
                                    <p:cond delay="69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50"/>
                                        <p:tgtEl>
                                          <p:spTgt spid="17"/>
                                        </p:tgtEl>
                                      </p:cBhvr>
                                    </p:animEffect>
                                    <p:anim calcmode="lin" valueType="num">
                                      <p:cBhvr>
                                        <p:cTn id="73" dur="550" decel="100000" fill="hold"/>
                                        <p:tgtEl>
                                          <p:spTgt spid="17"/>
                                        </p:tgtEl>
                                        <p:attrNameLst>
                                          <p:attrName>ppt_x</p:attrName>
                                        </p:attrNameLst>
                                      </p:cBhvr>
                                      <p:tavLst>
                                        <p:tav tm="0">
                                          <p:val>
                                            <p:strVal val="#ppt_x"/>
                                          </p:val>
                                        </p:tav>
                                        <p:tav tm="100000">
                                          <p:val>
                                            <p:strVal val="#ppt_x"/>
                                          </p:val>
                                        </p:tav>
                                      </p:tavLst>
                                    </p:anim>
                                    <p:anim calcmode="lin" valueType="num">
                                      <p:cBhvr>
                                        <p:cTn id="74" dur="550" decel="100000" fill="hold"/>
                                        <p:tgtEl>
                                          <p:spTgt spid="17"/>
                                        </p:tgtEl>
                                        <p:attrNameLst>
                                          <p:attrName>ppt_y</p:attrName>
                                        </p:attrNameLst>
                                      </p:cBhvr>
                                      <p:tavLst>
                                        <p:tav tm="0">
                                          <p:val>
                                            <p:strVal val="#ppt_y+.035"/>
                                          </p:val>
                                        </p:tav>
                                        <p:tav tm="100000">
                                          <p:val>
                                            <p:strVal val="#ppt_y"/>
                                          </p:val>
                                        </p:tav>
                                      </p:tavLst>
                                    </p:anim>
                                  </p:childTnLst>
                                </p:cTn>
                              </p:par>
                              <p:par>
                                <p:cTn id="75" presetID="42" presetClass="entr" presetSubtype="0" fill="hold" grpId="0" nodeType="withEffect">
                                  <p:stCondLst>
                                    <p:cond delay="69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50"/>
                                        <p:tgtEl>
                                          <p:spTgt spid="18"/>
                                        </p:tgtEl>
                                      </p:cBhvr>
                                    </p:animEffect>
                                    <p:anim calcmode="lin" valueType="num">
                                      <p:cBhvr>
                                        <p:cTn id="78" dur="550" decel="100000" fill="hold"/>
                                        <p:tgtEl>
                                          <p:spTgt spid="18"/>
                                        </p:tgtEl>
                                        <p:attrNameLst>
                                          <p:attrName>ppt_x</p:attrName>
                                        </p:attrNameLst>
                                      </p:cBhvr>
                                      <p:tavLst>
                                        <p:tav tm="0">
                                          <p:val>
                                            <p:strVal val="#ppt_x"/>
                                          </p:val>
                                        </p:tav>
                                        <p:tav tm="100000">
                                          <p:val>
                                            <p:strVal val="#ppt_x"/>
                                          </p:val>
                                        </p:tav>
                                      </p:tavLst>
                                    </p:anim>
                                    <p:anim calcmode="lin" valueType="num">
                                      <p:cBhvr>
                                        <p:cTn id="79" dur="550" decel="100000" fill="hold"/>
                                        <p:tgtEl>
                                          <p:spTgt spid="18"/>
                                        </p:tgtEl>
                                        <p:attrNameLst>
                                          <p:attrName>ppt_y</p:attrName>
                                        </p:attrNameLst>
                                      </p:cBhvr>
                                      <p:tavLst>
                                        <p:tav tm="0">
                                          <p:val>
                                            <p:strVal val="#ppt_y+.035"/>
                                          </p:val>
                                        </p:tav>
                                        <p:tav tm="100000">
                                          <p:val>
                                            <p:strVal val="#ppt_y"/>
                                          </p:val>
                                        </p:tav>
                                      </p:tavLst>
                                    </p:anim>
                                  </p:childTnLst>
                                </p:cTn>
                              </p:par>
                              <p:par>
                                <p:cTn id="80" presetID="42" presetClass="entr" presetSubtype="0" fill="hold" grpId="0" nodeType="withEffect">
                                  <p:stCondLst>
                                    <p:cond delay="91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50"/>
                                        <p:tgtEl>
                                          <p:spTgt spid="19"/>
                                        </p:tgtEl>
                                      </p:cBhvr>
                                    </p:animEffect>
                                    <p:anim calcmode="lin" valueType="num">
                                      <p:cBhvr>
                                        <p:cTn id="83" dur="550" decel="100000" fill="hold"/>
                                        <p:tgtEl>
                                          <p:spTgt spid="19"/>
                                        </p:tgtEl>
                                        <p:attrNameLst>
                                          <p:attrName>ppt_x</p:attrName>
                                        </p:attrNameLst>
                                      </p:cBhvr>
                                      <p:tavLst>
                                        <p:tav tm="0">
                                          <p:val>
                                            <p:strVal val="#ppt_x"/>
                                          </p:val>
                                        </p:tav>
                                        <p:tav tm="100000">
                                          <p:val>
                                            <p:strVal val="#ppt_x"/>
                                          </p:val>
                                        </p:tav>
                                      </p:tavLst>
                                    </p:anim>
                                    <p:anim calcmode="lin" valueType="num">
                                      <p:cBhvr>
                                        <p:cTn id="84" dur="550" decel="100000" fill="hold"/>
                                        <p:tgtEl>
                                          <p:spTgt spid="19"/>
                                        </p:tgtEl>
                                        <p:attrNameLst>
                                          <p:attrName>ppt_y</p:attrName>
                                        </p:attrNameLst>
                                      </p:cBhvr>
                                      <p:tavLst>
                                        <p:tav tm="0">
                                          <p:val>
                                            <p:strVal val="#ppt_y+.035"/>
                                          </p:val>
                                        </p:tav>
                                        <p:tav tm="100000">
                                          <p:val>
                                            <p:strVal val="#ppt_y"/>
                                          </p:val>
                                        </p:tav>
                                      </p:tavLst>
                                    </p:anim>
                                  </p:childTnLst>
                                </p:cTn>
                              </p:par>
                              <p:par>
                                <p:cTn id="85" presetID="42" presetClass="entr" presetSubtype="0" fill="hold" grpId="0" nodeType="withEffect">
                                  <p:stCondLst>
                                    <p:cond delay="91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50"/>
                                        <p:tgtEl>
                                          <p:spTgt spid="20"/>
                                        </p:tgtEl>
                                      </p:cBhvr>
                                    </p:animEffect>
                                    <p:anim calcmode="lin" valueType="num">
                                      <p:cBhvr>
                                        <p:cTn id="88" dur="550" decel="100000" fill="hold"/>
                                        <p:tgtEl>
                                          <p:spTgt spid="20"/>
                                        </p:tgtEl>
                                        <p:attrNameLst>
                                          <p:attrName>ppt_x</p:attrName>
                                        </p:attrNameLst>
                                      </p:cBhvr>
                                      <p:tavLst>
                                        <p:tav tm="0">
                                          <p:val>
                                            <p:strVal val="#ppt_x"/>
                                          </p:val>
                                        </p:tav>
                                        <p:tav tm="100000">
                                          <p:val>
                                            <p:strVal val="#ppt_x"/>
                                          </p:val>
                                        </p:tav>
                                      </p:tavLst>
                                    </p:anim>
                                    <p:anim calcmode="lin" valueType="num">
                                      <p:cBhvr>
                                        <p:cTn id="89" dur="550" decel="100000" fill="hold"/>
                                        <p:tgtEl>
                                          <p:spTgt spid="20"/>
                                        </p:tgtEl>
                                        <p:attrNameLst>
                                          <p:attrName>ppt_y</p:attrName>
                                        </p:attrNameLst>
                                      </p:cBhvr>
                                      <p:tavLst>
                                        <p:tav tm="0">
                                          <p:val>
                                            <p:strVal val="#ppt_y+.035"/>
                                          </p:val>
                                        </p:tav>
                                        <p:tav tm="100000">
                                          <p:val>
                                            <p:strVal val="#ppt_y"/>
                                          </p:val>
                                        </p:tav>
                                      </p:tavLst>
                                    </p:anim>
                                  </p:childTnLst>
                                </p:cTn>
                              </p:par>
                              <p:par>
                                <p:cTn id="90" presetID="42" presetClass="entr" presetSubtype="0" fill="hold" nodeType="withEffect">
                                  <p:stCondLst>
                                    <p:cond delay="91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50"/>
                                        <p:tgtEl>
                                          <p:spTgt spid="21"/>
                                        </p:tgtEl>
                                      </p:cBhvr>
                                    </p:animEffect>
                                    <p:anim calcmode="lin" valueType="num">
                                      <p:cBhvr>
                                        <p:cTn id="93" dur="550" decel="100000" fill="hold"/>
                                        <p:tgtEl>
                                          <p:spTgt spid="21"/>
                                        </p:tgtEl>
                                        <p:attrNameLst>
                                          <p:attrName>ppt_x</p:attrName>
                                        </p:attrNameLst>
                                      </p:cBhvr>
                                      <p:tavLst>
                                        <p:tav tm="0">
                                          <p:val>
                                            <p:strVal val="#ppt_x"/>
                                          </p:val>
                                        </p:tav>
                                        <p:tav tm="100000">
                                          <p:val>
                                            <p:strVal val="#ppt_x"/>
                                          </p:val>
                                        </p:tav>
                                      </p:tavLst>
                                    </p:anim>
                                    <p:anim calcmode="lin" valueType="num">
                                      <p:cBhvr>
                                        <p:cTn id="94" dur="550" decel="100000" fill="hold"/>
                                        <p:tgtEl>
                                          <p:spTgt spid="21"/>
                                        </p:tgtEl>
                                        <p:attrNameLst>
                                          <p:attrName>ppt_y</p:attrName>
                                        </p:attrNameLst>
                                      </p:cBhvr>
                                      <p:tavLst>
                                        <p:tav tm="0">
                                          <p:val>
                                            <p:strVal val="#ppt_y+.035"/>
                                          </p:val>
                                        </p:tav>
                                        <p:tav tm="100000">
                                          <p:val>
                                            <p:strVal val="#ppt_y"/>
                                          </p:val>
                                        </p:tav>
                                      </p:tavLst>
                                    </p:anim>
                                  </p:childTnLst>
                                </p:cTn>
                              </p:par>
                              <p:par>
                                <p:cTn id="95" presetID="42" presetClass="entr" presetSubtype="0" fill="hold" grpId="0" nodeType="withEffect">
                                  <p:stCondLst>
                                    <p:cond delay="91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50"/>
                                        <p:tgtEl>
                                          <p:spTgt spid="22"/>
                                        </p:tgtEl>
                                      </p:cBhvr>
                                    </p:animEffect>
                                    <p:anim calcmode="lin" valueType="num">
                                      <p:cBhvr>
                                        <p:cTn id="98" dur="550" decel="100000" fill="hold"/>
                                        <p:tgtEl>
                                          <p:spTgt spid="22"/>
                                        </p:tgtEl>
                                        <p:attrNameLst>
                                          <p:attrName>ppt_x</p:attrName>
                                        </p:attrNameLst>
                                      </p:cBhvr>
                                      <p:tavLst>
                                        <p:tav tm="0">
                                          <p:val>
                                            <p:strVal val="#ppt_x"/>
                                          </p:val>
                                        </p:tav>
                                        <p:tav tm="100000">
                                          <p:val>
                                            <p:strVal val="#ppt_x"/>
                                          </p:val>
                                        </p:tav>
                                      </p:tavLst>
                                    </p:anim>
                                    <p:anim calcmode="lin" valueType="num">
                                      <p:cBhvr>
                                        <p:cTn id="99" dur="550" decel="100000" fill="hold"/>
                                        <p:tgtEl>
                                          <p:spTgt spid="22"/>
                                        </p:tgtEl>
                                        <p:attrNameLst>
                                          <p:attrName>ppt_y</p:attrName>
                                        </p:attrNameLst>
                                      </p:cBhvr>
                                      <p:tavLst>
                                        <p:tav tm="0">
                                          <p:val>
                                            <p:strVal val="#ppt_y+.035"/>
                                          </p:val>
                                        </p:tav>
                                        <p:tav tm="100000">
                                          <p:val>
                                            <p:strVal val="#ppt_y"/>
                                          </p:val>
                                        </p:tav>
                                      </p:tavLst>
                                    </p:anim>
                                  </p:childTnLst>
                                </p:cTn>
                              </p:par>
                              <p:par>
                                <p:cTn id="100" presetID="42" presetClass="entr" presetSubtype="0" fill="hold" grpId="0" nodeType="withEffect">
                                  <p:stCondLst>
                                    <p:cond delay="91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50"/>
                                        <p:tgtEl>
                                          <p:spTgt spid="23"/>
                                        </p:tgtEl>
                                      </p:cBhvr>
                                    </p:animEffect>
                                    <p:anim calcmode="lin" valueType="num">
                                      <p:cBhvr>
                                        <p:cTn id="103" dur="550" decel="100000" fill="hold"/>
                                        <p:tgtEl>
                                          <p:spTgt spid="23"/>
                                        </p:tgtEl>
                                        <p:attrNameLst>
                                          <p:attrName>ppt_x</p:attrName>
                                        </p:attrNameLst>
                                      </p:cBhvr>
                                      <p:tavLst>
                                        <p:tav tm="0">
                                          <p:val>
                                            <p:strVal val="#ppt_x"/>
                                          </p:val>
                                        </p:tav>
                                        <p:tav tm="100000">
                                          <p:val>
                                            <p:strVal val="#ppt_x"/>
                                          </p:val>
                                        </p:tav>
                                      </p:tavLst>
                                    </p:anim>
                                    <p:anim calcmode="lin" valueType="num">
                                      <p:cBhvr>
                                        <p:cTn id="104" dur="550" decel="100000" fill="hold"/>
                                        <p:tgtEl>
                                          <p:spTgt spid="23"/>
                                        </p:tgtEl>
                                        <p:attrNameLst>
                                          <p:attrName>ppt_y</p:attrName>
                                        </p:attrNameLst>
                                      </p:cBhvr>
                                      <p:tavLst>
                                        <p:tav tm="0">
                                          <p:val>
                                            <p:strVal val="#ppt_y+.035"/>
                                          </p:val>
                                        </p:tav>
                                        <p:tav tm="100000">
                                          <p:val>
                                            <p:strVal val="#ppt_y"/>
                                          </p:val>
                                        </p:tav>
                                      </p:tavLst>
                                    </p:anim>
                                  </p:childTnLst>
                                </p:cTn>
                              </p:par>
                              <p:par>
                                <p:cTn id="105" presetID="42" presetClass="entr" presetSubtype="0" fill="hold" grpId="0" nodeType="withEffect">
                                  <p:stCondLst>
                                    <p:cond delay="113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50"/>
                                        <p:tgtEl>
                                          <p:spTgt spid="24"/>
                                        </p:tgtEl>
                                      </p:cBhvr>
                                    </p:animEffect>
                                    <p:anim calcmode="lin" valueType="num">
                                      <p:cBhvr>
                                        <p:cTn id="108" dur="550" decel="100000" fill="hold"/>
                                        <p:tgtEl>
                                          <p:spTgt spid="24"/>
                                        </p:tgtEl>
                                        <p:attrNameLst>
                                          <p:attrName>ppt_x</p:attrName>
                                        </p:attrNameLst>
                                      </p:cBhvr>
                                      <p:tavLst>
                                        <p:tav tm="0">
                                          <p:val>
                                            <p:strVal val="#ppt_x"/>
                                          </p:val>
                                        </p:tav>
                                        <p:tav tm="100000">
                                          <p:val>
                                            <p:strVal val="#ppt_x"/>
                                          </p:val>
                                        </p:tav>
                                      </p:tavLst>
                                    </p:anim>
                                    <p:anim calcmode="lin" valueType="num">
                                      <p:cBhvr>
                                        <p:cTn id="109" dur="550" decel="100000" fill="hold"/>
                                        <p:tgtEl>
                                          <p:spTgt spid="24"/>
                                        </p:tgtEl>
                                        <p:attrNameLst>
                                          <p:attrName>ppt_y</p:attrName>
                                        </p:attrNameLst>
                                      </p:cBhvr>
                                      <p:tavLst>
                                        <p:tav tm="0">
                                          <p:val>
                                            <p:strVal val="#ppt_y+.035"/>
                                          </p:val>
                                        </p:tav>
                                        <p:tav tm="100000">
                                          <p:val>
                                            <p:strVal val="#ppt_y"/>
                                          </p:val>
                                        </p:tav>
                                      </p:tavLst>
                                    </p:anim>
                                  </p:childTnLst>
                                </p:cTn>
                              </p:par>
                              <p:par>
                                <p:cTn id="110" presetID="42" presetClass="entr" presetSubtype="0" fill="hold" grpId="0" nodeType="withEffect">
                                  <p:stCondLst>
                                    <p:cond delay="113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50"/>
                                        <p:tgtEl>
                                          <p:spTgt spid="25"/>
                                        </p:tgtEl>
                                      </p:cBhvr>
                                    </p:animEffect>
                                    <p:anim calcmode="lin" valueType="num">
                                      <p:cBhvr>
                                        <p:cTn id="113" dur="550" decel="100000" fill="hold"/>
                                        <p:tgtEl>
                                          <p:spTgt spid="25"/>
                                        </p:tgtEl>
                                        <p:attrNameLst>
                                          <p:attrName>ppt_x</p:attrName>
                                        </p:attrNameLst>
                                      </p:cBhvr>
                                      <p:tavLst>
                                        <p:tav tm="0">
                                          <p:val>
                                            <p:strVal val="#ppt_x"/>
                                          </p:val>
                                        </p:tav>
                                        <p:tav tm="100000">
                                          <p:val>
                                            <p:strVal val="#ppt_x"/>
                                          </p:val>
                                        </p:tav>
                                      </p:tavLst>
                                    </p:anim>
                                    <p:anim calcmode="lin" valueType="num">
                                      <p:cBhvr>
                                        <p:cTn id="114" dur="550" decel="100000" fill="hold"/>
                                        <p:tgtEl>
                                          <p:spTgt spid="25"/>
                                        </p:tgtEl>
                                        <p:attrNameLst>
                                          <p:attrName>ppt_y</p:attrName>
                                        </p:attrNameLst>
                                      </p:cBhvr>
                                      <p:tavLst>
                                        <p:tav tm="0">
                                          <p:val>
                                            <p:strVal val="#ppt_y+.035"/>
                                          </p:val>
                                        </p:tav>
                                        <p:tav tm="100000">
                                          <p:val>
                                            <p:strVal val="#ppt_y"/>
                                          </p:val>
                                        </p:tav>
                                      </p:tavLst>
                                    </p:anim>
                                  </p:childTnLst>
                                </p:cTn>
                              </p:par>
                              <p:par>
                                <p:cTn id="115" presetID="42" presetClass="entr" presetSubtype="0" fill="hold" nodeType="withEffect">
                                  <p:stCondLst>
                                    <p:cond delay="113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50"/>
                                        <p:tgtEl>
                                          <p:spTgt spid="26"/>
                                        </p:tgtEl>
                                      </p:cBhvr>
                                    </p:animEffect>
                                    <p:anim calcmode="lin" valueType="num">
                                      <p:cBhvr>
                                        <p:cTn id="118" dur="550" decel="100000" fill="hold"/>
                                        <p:tgtEl>
                                          <p:spTgt spid="26"/>
                                        </p:tgtEl>
                                        <p:attrNameLst>
                                          <p:attrName>ppt_x</p:attrName>
                                        </p:attrNameLst>
                                      </p:cBhvr>
                                      <p:tavLst>
                                        <p:tav tm="0">
                                          <p:val>
                                            <p:strVal val="#ppt_x"/>
                                          </p:val>
                                        </p:tav>
                                        <p:tav tm="100000">
                                          <p:val>
                                            <p:strVal val="#ppt_x"/>
                                          </p:val>
                                        </p:tav>
                                      </p:tavLst>
                                    </p:anim>
                                    <p:anim calcmode="lin" valueType="num">
                                      <p:cBhvr>
                                        <p:cTn id="119" dur="550" decel="100000" fill="hold"/>
                                        <p:tgtEl>
                                          <p:spTgt spid="26"/>
                                        </p:tgtEl>
                                        <p:attrNameLst>
                                          <p:attrName>ppt_y</p:attrName>
                                        </p:attrNameLst>
                                      </p:cBhvr>
                                      <p:tavLst>
                                        <p:tav tm="0">
                                          <p:val>
                                            <p:strVal val="#ppt_y+.035"/>
                                          </p:val>
                                        </p:tav>
                                        <p:tav tm="100000">
                                          <p:val>
                                            <p:strVal val="#ppt_y"/>
                                          </p:val>
                                        </p:tav>
                                      </p:tavLst>
                                    </p:anim>
                                  </p:childTnLst>
                                </p:cTn>
                              </p:par>
                              <p:par>
                                <p:cTn id="120" presetID="42" presetClass="entr" presetSubtype="0" fill="hold" grpId="0" nodeType="withEffect">
                                  <p:stCondLst>
                                    <p:cond delay="113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50"/>
                                        <p:tgtEl>
                                          <p:spTgt spid="27"/>
                                        </p:tgtEl>
                                      </p:cBhvr>
                                    </p:animEffect>
                                    <p:anim calcmode="lin" valueType="num">
                                      <p:cBhvr>
                                        <p:cTn id="123" dur="550" decel="100000" fill="hold"/>
                                        <p:tgtEl>
                                          <p:spTgt spid="27"/>
                                        </p:tgtEl>
                                        <p:attrNameLst>
                                          <p:attrName>ppt_x</p:attrName>
                                        </p:attrNameLst>
                                      </p:cBhvr>
                                      <p:tavLst>
                                        <p:tav tm="0">
                                          <p:val>
                                            <p:strVal val="#ppt_x"/>
                                          </p:val>
                                        </p:tav>
                                        <p:tav tm="100000">
                                          <p:val>
                                            <p:strVal val="#ppt_x"/>
                                          </p:val>
                                        </p:tav>
                                      </p:tavLst>
                                    </p:anim>
                                    <p:anim calcmode="lin" valueType="num">
                                      <p:cBhvr>
                                        <p:cTn id="124" dur="550" decel="100000" fill="hold"/>
                                        <p:tgtEl>
                                          <p:spTgt spid="27"/>
                                        </p:tgtEl>
                                        <p:attrNameLst>
                                          <p:attrName>ppt_y</p:attrName>
                                        </p:attrNameLst>
                                      </p:cBhvr>
                                      <p:tavLst>
                                        <p:tav tm="0">
                                          <p:val>
                                            <p:strVal val="#ppt_y+.035"/>
                                          </p:val>
                                        </p:tav>
                                        <p:tav tm="100000">
                                          <p:val>
                                            <p:strVal val="#ppt_y"/>
                                          </p:val>
                                        </p:tav>
                                      </p:tavLst>
                                    </p:anim>
                                  </p:childTnLst>
                                </p:cTn>
                              </p:par>
                              <p:par>
                                <p:cTn id="125" presetID="42" presetClass="entr" presetSubtype="0" fill="hold" grpId="0" nodeType="withEffect">
                                  <p:stCondLst>
                                    <p:cond delay="113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50"/>
                                        <p:tgtEl>
                                          <p:spTgt spid="28"/>
                                        </p:tgtEl>
                                      </p:cBhvr>
                                    </p:animEffect>
                                    <p:anim calcmode="lin" valueType="num">
                                      <p:cBhvr>
                                        <p:cTn id="128" dur="550" decel="100000" fill="hold"/>
                                        <p:tgtEl>
                                          <p:spTgt spid="28"/>
                                        </p:tgtEl>
                                        <p:attrNameLst>
                                          <p:attrName>ppt_x</p:attrName>
                                        </p:attrNameLst>
                                      </p:cBhvr>
                                      <p:tavLst>
                                        <p:tav tm="0">
                                          <p:val>
                                            <p:strVal val="#ppt_x"/>
                                          </p:val>
                                        </p:tav>
                                        <p:tav tm="100000">
                                          <p:val>
                                            <p:strVal val="#ppt_x"/>
                                          </p:val>
                                        </p:tav>
                                      </p:tavLst>
                                    </p:anim>
                                    <p:anim calcmode="lin" valueType="num">
                                      <p:cBhvr>
                                        <p:cTn id="129" dur="550" decel="100000" fill="hold"/>
                                        <p:tgtEl>
                                          <p:spTgt spid="28"/>
                                        </p:tgtEl>
                                        <p:attrNameLst>
                                          <p:attrName>ppt_y</p:attrName>
                                        </p:attrNameLst>
                                      </p:cBhvr>
                                      <p:tavLst>
                                        <p:tav tm="0">
                                          <p:val>
                                            <p:strVal val="#ppt_y+.035"/>
                                          </p:val>
                                        </p:tav>
                                        <p:tav tm="100000">
                                          <p:val>
                                            <p:strVal val="#ppt_y"/>
                                          </p:val>
                                        </p:tav>
                                      </p:tavLst>
                                    </p:anim>
                                  </p:childTnLst>
                                </p:cTn>
                              </p:par>
                              <p:par>
                                <p:cTn id="130" presetID="42" presetClass="entr" presetSubtype="0" fill="hold" grpId="0" nodeType="withEffect">
                                  <p:stCondLst>
                                    <p:cond delay="135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550"/>
                                        <p:tgtEl>
                                          <p:spTgt spid="29"/>
                                        </p:tgtEl>
                                      </p:cBhvr>
                                    </p:animEffect>
                                    <p:anim calcmode="lin" valueType="num">
                                      <p:cBhvr>
                                        <p:cTn id="133" dur="550" decel="100000" fill="hold"/>
                                        <p:tgtEl>
                                          <p:spTgt spid="29"/>
                                        </p:tgtEl>
                                        <p:attrNameLst>
                                          <p:attrName>ppt_x</p:attrName>
                                        </p:attrNameLst>
                                      </p:cBhvr>
                                      <p:tavLst>
                                        <p:tav tm="0">
                                          <p:val>
                                            <p:strVal val="#ppt_x"/>
                                          </p:val>
                                        </p:tav>
                                        <p:tav tm="100000">
                                          <p:val>
                                            <p:strVal val="#ppt_x"/>
                                          </p:val>
                                        </p:tav>
                                      </p:tavLst>
                                    </p:anim>
                                    <p:anim calcmode="lin" valueType="num">
                                      <p:cBhvr>
                                        <p:cTn id="134" dur="550" decel="100000" fill="hold"/>
                                        <p:tgtEl>
                                          <p:spTgt spid="29"/>
                                        </p:tgtEl>
                                        <p:attrNameLst>
                                          <p:attrName>ppt_y</p:attrName>
                                        </p:attrNameLst>
                                      </p:cBhvr>
                                      <p:tavLst>
                                        <p:tav tm="0">
                                          <p:val>
                                            <p:strVal val="#ppt_y+.035"/>
                                          </p:val>
                                        </p:tav>
                                        <p:tav tm="100000">
                                          <p:val>
                                            <p:strVal val="#ppt_y"/>
                                          </p:val>
                                        </p:tav>
                                      </p:tavLst>
                                    </p:anim>
                                  </p:childTnLst>
                                </p:cTn>
                              </p:par>
                              <p:par>
                                <p:cTn id="135" presetID="42" presetClass="entr" presetSubtype="0" fill="hold" grpId="0" nodeType="withEffect">
                                  <p:stCondLst>
                                    <p:cond delay="135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550"/>
                                        <p:tgtEl>
                                          <p:spTgt spid="30"/>
                                        </p:tgtEl>
                                      </p:cBhvr>
                                    </p:animEffect>
                                    <p:anim calcmode="lin" valueType="num">
                                      <p:cBhvr>
                                        <p:cTn id="138" dur="550" decel="100000" fill="hold"/>
                                        <p:tgtEl>
                                          <p:spTgt spid="30"/>
                                        </p:tgtEl>
                                        <p:attrNameLst>
                                          <p:attrName>ppt_x</p:attrName>
                                        </p:attrNameLst>
                                      </p:cBhvr>
                                      <p:tavLst>
                                        <p:tav tm="0">
                                          <p:val>
                                            <p:strVal val="#ppt_x"/>
                                          </p:val>
                                        </p:tav>
                                        <p:tav tm="100000">
                                          <p:val>
                                            <p:strVal val="#ppt_x"/>
                                          </p:val>
                                        </p:tav>
                                      </p:tavLst>
                                    </p:anim>
                                    <p:anim calcmode="lin" valueType="num">
                                      <p:cBhvr>
                                        <p:cTn id="139" dur="550" decel="100000" fill="hold"/>
                                        <p:tgtEl>
                                          <p:spTgt spid="30"/>
                                        </p:tgtEl>
                                        <p:attrNameLst>
                                          <p:attrName>ppt_y</p:attrName>
                                        </p:attrNameLst>
                                      </p:cBhvr>
                                      <p:tavLst>
                                        <p:tav tm="0">
                                          <p:val>
                                            <p:strVal val="#ppt_y+.035"/>
                                          </p:val>
                                        </p:tav>
                                        <p:tav tm="100000">
                                          <p:val>
                                            <p:strVal val="#ppt_y"/>
                                          </p:val>
                                        </p:tav>
                                      </p:tavLst>
                                    </p:anim>
                                  </p:childTnLst>
                                </p:cTn>
                              </p:par>
                              <p:par>
                                <p:cTn id="140" presetID="42" presetClass="entr" presetSubtype="0" fill="hold" nodeType="withEffect">
                                  <p:stCondLst>
                                    <p:cond delay="135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50"/>
                                        <p:tgtEl>
                                          <p:spTgt spid="31"/>
                                        </p:tgtEl>
                                      </p:cBhvr>
                                    </p:animEffect>
                                    <p:anim calcmode="lin" valueType="num">
                                      <p:cBhvr>
                                        <p:cTn id="143" dur="550" decel="100000" fill="hold"/>
                                        <p:tgtEl>
                                          <p:spTgt spid="31"/>
                                        </p:tgtEl>
                                        <p:attrNameLst>
                                          <p:attrName>ppt_x</p:attrName>
                                        </p:attrNameLst>
                                      </p:cBhvr>
                                      <p:tavLst>
                                        <p:tav tm="0">
                                          <p:val>
                                            <p:strVal val="#ppt_x"/>
                                          </p:val>
                                        </p:tav>
                                        <p:tav tm="100000">
                                          <p:val>
                                            <p:strVal val="#ppt_x"/>
                                          </p:val>
                                        </p:tav>
                                      </p:tavLst>
                                    </p:anim>
                                    <p:anim calcmode="lin" valueType="num">
                                      <p:cBhvr>
                                        <p:cTn id="144" dur="550" decel="100000" fill="hold"/>
                                        <p:tgtEl>
                                          <p:spTgt spid="31"/>
                                        </p:tgtEl>
                                        <p:attrNameLst>
                                          <p:attrName>ppt_y</p:attrName>
                                        </p:attrNameLst>
                                      </p:cBhvr>
                                      <p:tavLst>
                                        <p:tav tm="0">
                                          <p:val>
                                            <p:strVal val="#ppt_y+.035"/>
                                          </p:val>
                                        </p:tav>
                                        <p:tav tm="100000">
                                          <p:val>
                                            <p:strVal val="#ppt_y"/>
                                          </p:val>
                                        </p:tav>
                                      </p:tavLst>
                                    </p:anim>
                                  </p:childTnLst>
                                </p:cTn>
                              </p:par>
                              <p:par>
                                <p:cTn id="145" presetID="42" presetClass="entr" presetSubtype="0" fill="hold" grpId="0" nodeType="withEffect">
                                  <p:stCondLst>
                                    <p:cond delay="135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550"/>
                                        <p:tgtEl>
                                          <p:spTgt spid="32"/>
                                        </p:tgtEl>
                                      </p:cBhvr>
                                    </p:animEffect>
                                    <p:anim calcmode="lin" valueType="num">
                                      <p:cBhvr>
                                        <p:cTn id="148" dur="550" decel="100000" fill="hold"/>
                                        <p:tgtEl>
                                          <p:spTgt spid="32"/>
                                        </p:tgtEl>
                                        <p:attrNameLst>
                                          <p:attrName>ppt_x</p:attrName>
                                        </p:attrNameLst>
                                      </p:cBhvr>
                                      <p:tavLst>
                                        <p:tav tm="0">
                                          <p:val>
                                            <p:strVal val="#ppt_x"/>
                                          </p:val>
                                        </p:tav>
                                        <p:tav tm="100000">
                                          <p:val>
                                            <p:strVal val="#ppt_x"/>
                                          </p:val>
                                        </p:tav>
                                      </p:tavLst>
                                    </p:anim>
                                    <p:anim calcmode="lin" valueType="num">
                                      <p:cBhvr>
                                        <p:cTn id="149" dur="550" decel="100000" fill="hold"/>
                                        <p:tgtEl>
                                          <p:spTgt spid="32"/>
                                        </p:tgtEl>
                                        <p:attrNameLst>
                                          <p:attrName>ppt_y</p:attrName>
                                        </p:attrNameLst>
                                      </p:cBhvr>
                                      <p:tavLst>
                                        <p:tav tm="0">
                                          <p:val>
                                            <p:strVal val="#ppt_y+.035"/>
                                          </p:val>
                                        </p:tav>
                                        <p:tav tm="100000">
                                          <p:val>
                                            <p:strVal val="#ppt_y"/>
                                          </p:val>
                                        </p:tav>
                                      </p:tavLst>
                                    </p:anim>
                                  </p:childTnLst>
                                </p:cTn>
                              </p:par>
                              <p:par>
                                <p:cTn id="150" presetID="42" presetClass="entr" presetSubtype="0" fill="hold" grpId="0" nodeType="withEffect">
                                  <p:stCondLst>
                                    <p:cond delay="1350"/>
                                  </p:stCondLst>
                                  <p:childTnLst>
                                    <p:set>
                                      <p:cBhvr>
                                        <p:cTn id="151" dur="1" fill="hold">
                                          <p:stCondLst>
                                            <p:cond delay="0"/>
                                          </p:stCondLst>
                                        </p:cTn>
                                        <p:tgtEl>
                                          <p:spTgt spid="33"/>
                                        </p:tgtEl>
                                        <p:attrNameLst>
                                          <p:attrName>style.visibility</p:attrName>
                                        </p:attrNameLst>
                                      </p:cBhvr>
                                      <p:to>
                                        <p:strVal val="visible"/>
                                      </p:to>
                                    </p:set>
                                    <p:animEffect transition="in" filter="fade">
                                      <p:cBhvr>
                                        <p:cTn id="152" dur="550"/>
                                        <p:tgtEl>
                                          <p:spTgt spid="33"/>
                                        </p:tgtEl>
                                      </p:cBhvr>
                                    </p:animEffect>
                                    <p:anim calcmode="lin" valueType="num">
                                      <p:cBhvr>
                                        <p:cTn id="153" dur="550" decel="100000" fill="hold"/>
                                        <p:tgtEl>
                                          <p:spTgt spid="33"/>
                                        </p:tgtEl>
                                        <p:attrNameLst>
                                          <p:attrName>ppt_x</p:attrName>
                                        </p:attrNameLst>
                                      </p:cBhvr>
                                      <p:tavLst>
                                        <p:tav tm="0">
                                          <p:val>
                                            <p:strVal val="#ppt_x"/>
                                          </p:val>
                                        </p:tav>
                                        <p:tav tm="100000">
                                          <p:val>
                                            <p:strVal val="#ppt_x"/>
                                          </p:val>
                                        </p:tav>
                                      </p:tavLst>
                                    </p:anim>
                                    <p:anim calcmode="lin" valueType="num">
                                      <p:cBhvr>
                                        <p:cTn id="154" dur="550" decel="100000" fill="hold"/>
                                        <p:tgtEl>
                                          <p:spTgt spid="33"/>
                                        </p:tgtEl>
                                        <p:attrNameLst>
                                          <p:attrName>ppt_y</p:attrName>
                                        </p:attrNameLst>
                                      </p:cBhvr>
                                      <p:tavLst>
                                        <p:tav tm="0">
                                          <p:val>
                                            <p:strVal val="#ppt_y+.035"/>
                                          </p:val>
                                        </p:tav>
                                        <p:tav tm="100000">
                                          <p:val>
                                            <p:strVal val="#ppt_y"/>
                                          </p:val>
                                        </p:tav>
                                      </p:tavLst>
                                    </p:anim>
                                  </p:childTnLst>
                                </p:cTn>
                              </p:par>
                              <p:par>
                                <p:cTn id="155" presetID="42" presetClass="entr" presetSubtype="0" fill="hold" grpId="0" nodeType="withEffect">
                                  <p:stCondLst>
                                    <p:cond delay="157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50"/>
                                        <p:tgtEl>
                                          <p:spTgt spid="34"/>
                                        </p:tgtEl>
                                      </p:cBhvr>
                                    </p:animEffect>
                                    <p:anim calcmode="lin" valueType="num">
                                      <p:cBhvr>
                                        <p:cTn id="158" dur="550" decel="100000" fill="hold"/>
                                        <p:tgtEl>
                                          <p:spTgt spid="34"/>
                                        </p:tgtEl>
                                        <p:attrNameLst>
                                          <p:attrName>ppt_x</p:attrName>
                                        </p:attrNameLst>
                                      </p:cBhvr>
                                      <p:tavLst>
                                        <p:tav tm="0">
                                          <p:val>
                                            <p:strVal val="#ppt_x"/>
                                          </p:val>
                                        </p:tav>
                                        <p:tav tm="100000">
                                          <p:val>
                                            <p:strVal val="#ppt_x"/>
                                          </p:val>
                                        </p:tav>
                                      </p:tavLst>
                                    </p:anim>
                                    <p:anim calcmode="lin" valueType="num">
                                      <p:cBhvr>
                                        <p:cTn id="159" dur="550" decel="100000" fill="hold"/>
                                        <p:tgtEl>
                                          <p:spTgt spid="34"/>
                                        </p:tgtEl>
                                        <p:attrNameLst>
                                          <p:attrName>ppt_y</p:attrName>
                                        </p:attrNameLst>
                                      </p:cBhvr>
                                      <p:tavLst>
                                        <p:tav tm="0">
                                          <p:val>
                                            <p:strVal val="#ppt_y+.035"/>
                                          </p:val>
                                        </p:tav>
                                        <p:tav tm="100000">
                                          <p:val>
                                            <p:strVal val="#ppt_y"/>
                                          </p:val>
                                        </p:tav>
                                      </p:tavLst>
                                    </p:anim>
                                  </p:childTnLst>
                                </p:cTn>
                              </p:par>
                              <p:par>
                                <p:cTn id="160" presetID="42" presetClass="entr" presetSubtype="0" fill="hold" grpId="0" nodeType="withEffect">
                                  <p:stCondLst>
                                    <p:cond delay="157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550"/>
                                        <p:tgtEl>
                                          <p:spTgt spid="35"/>
                                        </p:tgtEl>
                                      </p:cBhvr>
                                    </p:animEffect>
                                    <p:anim calcmode="lin" valueType="num">
                                      <p:cBhvr>
                                        <p:cTn id="163" dur="550" decel="100000" fill="hold"/>
                                        <p:tgtEl>
                                          <p:spTgt spid="35"/>
                                        </p:tgtEl>
                                        <p:attrNameLst>
                                          <p:attrName>ppt_x</p:attrName>
                                        </p:attrNameLst>
                                      </p:cBhvr>
                                      <p:tavLst>
                                        <p:tav tm="0">
                                          <p:val>
                                            <p:strVal val="#ppt_x"/>
                                          </p:val>
                                        </p:tav>
                                        <p:tav tm="100000">
                                          <p:val>
                                            <p:strVal val="#ppt_x"/>
                                          </p:val>
                                        </p:tav>
                                      </p:tavLst>
                                    </p:anim>
                                    <p:anim calcmode="lin" valueType="num">
                                      <p:cBhvr>
                                        <p:cTn id="164" dur="550" decel="100000" fill="hold"/>
                                        <p:tgtEl>
                                          <p:spTgt spid="35"/>
                                        </p:tgtEl>
                                        <p:attrNameLst>
                                          <p:attrName>ppt_y</p:attrName>
                                        </p:attrNameLst>
                                      </p:cBhvr>
                                      <p:tavLst>
                                        <p:tav tm="0">
                                          <p:val>
                                            <p:strVal val="#ppt_y+.035"/>
                                          </p:val>
                                        </p:tav>
                                        <p:tav tm="100000">
                                          <p:val>
                                            <p:strVal val="#ppt_y"/>
                                          </p:val>
                                        </p:tav>
                                      </p:tavLst>
                                    </p:anim>
                                  </p:childTnLst>
                                </p:cTn>
                              </p:par>
                              <p:par>
                                <p:cTn id="165" presetID="42" presetClass="entr" presetSubtype="0" fill="hold" nodeType="withEffect">
                                  <p:stCondLst>
                                    <p:cond delay="1570"/>
                                  </p:stCondLst>
                                  <p:childTnLst>
                                    <p:set>
                                      <p:cBhvr>
                                        <p:cTn id="166" dur="1" fill="hold">
                                          <p:stCondLst>
                                            <p:cond delay="0"/>
                                          </p:stCondLst>
                                        </p:cTn>
                                        <p:tgtEl>
                                          <p:spTgt spid="36"/>
                                        </p:tgtEl>
                                        <p:attrNameLst>
                                          <p:attrName>style.visibility</p:attrName>
                                        </p:attrNameLst>
                                      </p:cBhvr>
                                      <p:to>
                                        <p:strVal val="visible"/>
                                      </p:to>
                                    </p:set>
                                    <p:animEffect transition="in" filter="fade">
                                      <p:cBhvr>
                                        <p:cTn id="167" dur="550"/>
                                        <p:tgtEl>
                                          <p:spTgt spid="36"/>
                                        </p:tgtEl>
                                      </p:cBhvr>
                                    </p:animEffect>
                                    <p:anim calcmode="lin" valueType="num">
                                      <p:cBhvr>
                                        <p:cTn id="168" dur="550" decel="100000" fill="hold"/>
                                        <p:tgtEl>
                                          <p:spTgt spid="36"/>
                                        </p:tgtEl>
                                        <p:attrNameLst>
                                          <p:attrName>ppt_x</p:attrName>
                                        </p:attrNameLst>
                                      </p:cBhvr>
                                      <p:tavLst>
                                        <p:tav tm="0">
                                          <p:val>
                                            <p:strVal val="#ppt_x"/>
                                          </p:val>
                                        </p:tav>
                                        <p:tav tm="100000">
                                          <p:val>
                                            <p:strVal val="#ppt_x"/>
                                          </p:val>
                                        </p:tav>
                                      </p:tavLst>
                                    </p:anim>
                                    <p:anim calcmode="lin" valueType="num">
                                      <p:cBhvr>
                                        <p:cTn id="169" dur="550" decel="100000" fill="hold"/>
                                        <p:tgtEl>
                                          <p:spTgt spid="36"/>
                                        </p:tgtEl>
                                        <p:attrNameLst>
                                          <p:attrName>ppt_y</p:attrName>
                                        </p:attrNameLst>
                                      </p:cBhvr>
                                      <p:tavLst>
                                        <p:tav tm="0">
                                          <p:val>
                                            <p:strVal val="#ppt_y+.035"/>
                                          </p:val>
                                        </p:tav>
                                        <p:tav tm="100000">
                                          <p:val>
                                            <p:strVal val="#ppt_y"/>
                                          </p:val>
                                        </p:tav>
                                      </p:tavLst>
                                    </p:anim>
                                  </p:childTnLst>
                                </p:cTn>
                              </p:par>
                              <p:par>
                                <p:cTn id="170" presetID="42" presetClass="entr" presetSubtype="0" fill="hold" grpId="0" nodeType="withEffect">
                                  <p:stCondLst>
                                    <p:cond delay="157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550"/>
                                        <p:tgtEl>
                                          <p:spTgt spid="37"/>
                                        </p:tgtEl>
                                      </p:cBhvr>
                                    </p:animEffect>
                                    <p:anim calcmode="lin" valueType="num">
                                      <p:cBhvr>
                                        <p:cTn id="173" dur="550" decel="100000" fill="hold"/>
                                        <p:tgtEl>
                                          <p:spTgt spid="37"/>
                                        </p:tgtEl>
                                        <p:attrNameLst>
                                          <p:attrName>ppt_x</p:attrName>
                                        </p:attrNameLst>
                                      </p:cBhvr>
                                      <p:tavLst>
                                        <p:tav tm="0">
                                          <p:val>
                                            <p:strVal val="#ppt_x"/>
                                          </p:val>
                                        </p:tav>
                                        <p:tav tm="100000">
                                          <p:val>
                                            <p:strVal val="#ppt_x"/>
                                          </p:val>
                                        </p:tav>
                                      </p:tavLst>
                                    </p:anim>
                                    <p:anim calcmode="lin" valueType="num">
                                      <p:cBhvr>
                                        <p:cTn id="174" dur="550" decel="100000" fill="hold"/>
                                        <p:tgtEl>
                                          <p:spTgt spid="37"/>
                                        </p:tgtEl>
                                        <p:attrNameLst>
                                          <p:attrName>ppt_y</p:attrName>
                                        </p:attrNameLst>
                                      </p:cBhvr>
                                      <p:tavLst>
                                        <p:tav tm="0">
                                          <p:val>
                                            <p:strVal val="#ppt_y+.035"/>
                                          </p:val>
                                        </p:tav>
                                        <p:tav tm="100000">
                                          <p:val>
                                            <p:strVal val="#ppt_y"/>
                                          </p:val>
                                        </p:tav>
                                      </p:tavLst>
                                    </p:anim>
                                  </p:childTnLst>
                                </p:cTn>
                              </p:par>
                              <p:par>
                                <p:cTn id="175" presetID="42" presetClass="entr" presetSubtype="0" fill="hold" grpId="0" nodeType="withEffect">
                                  <p:stCondLst>
                                    <p:cond delay="1570"/>
                                  </p:stCondLst>
                                  <p:childTnLst>
                                    <p:set>
                                      <p:cBhvr>
                                        <p:cTn id="176" dur="1" fill="hold">
                                          <p:stCondLst>
                                            <p:cond delay="0"/>
                                          </p:stCondLst>
                                        </p:cTn>
                                        <p:tgtEl>
                                          <p:spTgt spid="38"/>
                                        </p:tgtEl>
                                        <p:attrNameLst>
                                          <p:attrName>style.visibility</p:attrName>
                                        </p:attrNameLst>
                                      </p:cBhvr>
                                      <p:to>
                                        <p:strVal val="visible"/>
                                      </p:to>
                                    </p:set>
                                    <p:animEffect transition="in" filter="fade">
                                      <p:cBhvr>
                                        <p:cTn id="177" dur="550"/>
                                        <p:tgtEl>
                                          <p:spTgt spid="38"/>
                                        </p:tgtEl>
                                      </p:cBhvr>
                                    </p:animEffect>
                                    <p:anim calcmode="lin" valueType="num">
                                      <p:cBhvr>
                                        <p:cTn id="178" dur="550" decel="100000" fill="hold"/>
                                        <p:tgtEl>
                                          <p:spTgt spid="38"/>
                                        </p:tgtEl>
                                        <p:attrNameLst>
                                          <p:attrName>ppt_x</p:attrName>
                                        </p:attrNameLst>
                                      </p:cBhvr>
                                      <p:tavLst>
                                        <p:tav tm="0">
                                          <p:val>
                                            <p:strVal val="#ppt_x"/>
                                          </p:val>
                                        </p:tav>
                                        <p:tav tm="100000">
                                          <p:val>
                                            <p:strVal val="#ppt_x"/>
                                          </p:val>
                                        </p:tav>
                                      </p:tavLst>
                                    </p:anim>
                                    <p:anim calcmode="lin" valueType="num">
                                      <p:cBhvr>
                                        <p:cTn id="179" dur="550" decel="100000" fill="hold"/>
                                        <p:tgtEl>
                                          <p:spTgt spid="38"/>
                                        </p:tgtEl>
                                        <p:attrNameLst>
                                          <p:attrName>ppt_y</p:attrName>
                                        </p:attrNameLst>
                                      </p:cBhvr>
                                      <p:tavLst>
                                        <p:tav tm="0">
                                          <p:val>
                                            <p:strVal val="#ppt_y+.035"/>
                                          </p:val>
                                        </p:tav>
                                        <p:tav tm="100000">
                                          <p:val>
                                            <p:strVal val="#ppt_y"/>
                                          </p:val>
                                        </p:tav>
                                      </p:tavLst>
                                    </p:anim>
                                  </p:childTnLst>
                                </p:cTn>
                              </p:par>
                              <p:par>
                                <p:cTn id="180" presetID="42" presetClass="entr" presetSubtype="0" fill="hold" grpId="0" nodeType="withEffect">
                                  <p:stCondLst>
                                    <p:cond delay="1790"/>
                                  </p:stCondLst>
                                  <p:childTnLst>
                                    <p:set>
                                      <p:cBhvr>
                                        <p:cTn id="181" dur="1" fill="hold">
                                          <p:stCondLst>
                                            <p:cond delay="0"/>
                                          </p:stCondLst>
                                        </p:cTn>
                                        <p:tgtEl>
                                          <p:spTgt spid="39"/>
                                        </p:tgtEl>
                                        <p:attrNameLst>
                                          <p:attrName>style.visibility</p:attrName>
                                        </p:attrNameLst>
                                      </p:cBhvr>
                                      <p:to>
                                        <p:strVal val="visible"/>
                                      </p:to>
                                    </p:set>
                                    <p:animEffect transition="in" filter="fade">
                                      <p:cBhvr>
                                        <p:cTn id="182" dur="550"/>
                                        <p:tgtEl>
                                          <p:spTgt spid="39"/>
                                        </p:tgtEl>
                                      </p:cBhvr>
                                    </p:animEffect>
                                    <p:anim calcmode="lin" valueType="num">
                                      <p:cBhvr>
                                        <p:cTn id="183" dur="550" decel="100000" fill="hold"/>
                                        <p:tgtEl>
                                          <p:spTgt spid="39"/>
                                        </p:tgtEl>
                                        <p:attrNameLst>
                                          <p:attrName>ppt_x</p:attrName>
                                        </p:attrNameLst>
                                      </p:cBhvr>
                                      <p:tavLst>
                                        <p:tav tm="0">
                                          <p:val>
                                            <p:strVal val="#ppt_x"/>
                                          </p:val>
                                        </p:tav>
                                        <p:tav tm="100000">
                                          <p:val>
                                            <p:strVal val="#ppt_x"/>
                                          </p:val>
                                        </p:tav>
                                      </p:tavLst>
                                    </p:anim>
                                    <p:anim calcmode="lin" valueType="num">
                                      <p:cBhvr>
                                        <p:cTn id="184" dur="550" decel="100000" fill="hold"/>
                                        <p:tgtEl>
                                          <p:spTgt spid="39"/>
                                        </p:tgtEl>
                                        <p:attrNameLst>
                                          <p:attrName>ppt_y</p:attrName>
                                        </p:attrNameLst>
                                      </p:cBhvr>
                                      <p:tavLst>
                                        <p:tav tm="0">
                                          <p:val>
                                            <p:strVal val="#ppt_y+.035"/>
                                          </p:val>
                                        </p:tav>
                                        <p:tav tm="100000">
                                          <p:val>
                                            <p:strVal val="#ppt_y"/>
                                          </p:val>
                                        </p:tav>
                                      </p:tavLst>
                                    </p:anim>
                                  </p:childTnLst>
                                </p:cTn>
                              </p:par>
                              <p:par>
                                <p:cTn id="185" presetID="42" presetClass="entr" presetSubtype="0" fill="hold" grpId="0" nodeType="withEffect">
                                  <p:stCondLst>
                                    <p:cond delay="1790"/>
                                  </p:stCondLst>
                                  <p:childTnLst>
                                    <p:set>
                                      <p:cBhvr>
                                        <p:cTn id="186" dur="1" fill="hold">
                                          <p:stCondLst>
                                            <p:cond delay="0"/>
                                          </p:stCondLst>
                                        </p:cTn>
                                        <p:tgtEl>
                                          <p:spTgt spid="40"/>
                                        </p:tgtEl>
                                        <p:attrNameLst>
                                          <p:attrName>style.visibility</p:attrName>
                                        </p:attrNameLst>
                                      </p:cBhvr>
                                      <p:to>
                                        <p:strVal val="visible"/>
                                      </p:to>
                                    </p:set>
                                    <p:animEffect transition="in" filter="fade">
                                      <p:cBhvr>
                                        <p:cTn id="187" dur="550"/>
                                        <p:tgtEl>
                                          <p:spTgt spid="40"/>
                                        </p:tgtEl>
                                      </p:cBhvr>
                                    </p:animEffect>
                                    <p:anim calcmode="lin" valueType="num">
                                      <p:cBhvr>
                                        <p:cTn id="188" dur="550" decel="100000" fill="hold"/>
                                        <p:tgtEl>
                                          <p:spTgt spid="40"/>
                                        </p:tgtEl>
                                        <p:attrNameLst>
                                          <p:attrName>ppt_x</p:attrName>
                                        </p:attrNameLst>
                                      </p:cBhvr>
                                      <p:tavLst>
                                        <p:tav tm="0">
                                          <p:val>
                                            <p:strVal val="#ppt_x"/>
                                          </p:val>
                                        </p:tav>
                                        <p:tav tm="100000">
                                          <p:val>
                                            <p:strVal val="#ppt_x"/>
                                          </p:val>
                                        </p:tav>
                                      </p:tavLst>
                                    </p:anim>
                                    <p:anim calcmode="lin" valueType="num">
                                      <p:cBhvr>
                                        <p:cTn id="189" dur="550" decel="100000" fill="hold"/>
                                        <p:tgtEl>
                                          <p:spTgt spid="40"/>
                                        </p:tgtEl>
                                        <p:attrNameLst>
                                          <p:attrName>ppt_y</p:attrName>
                                        </p:attrNameLst>
                                      </p:cBhvr>
                                      <p:tavLst>
                                        <p:tav tm="0">
                                          <p:val>
                                            <p:strVal val="#ppt_y+.035"/>
                                          </p:val>
                                        </p:tav>
                                        <p:tav tm="100000">
                                          <p:val>
                                            <p:strVal val="#ppt_y"/>
                                          </p:val>
                                        </p:tav>
                                      </p:tavLst>
                                    </p:anim>
                                  </p:childTnLst>
                                </p:cTn>
                              </p:par>
                              <p:par>
                                <p:cTn id="190" presetID="42" presetClass="entr" presetSubtype="0" fill="hold" nodeType="withEffect">
                                  <p:stCondLst>
                                    <p:cond delay="1790"/>
                                  </p:stCondLst>
                                  <p:childTnLst>
                                    <p:set>
                                      <p:cBhvr>
                                        <p:cTn id="191" dur="1" fill="hold">
                                          <p:stCondLst>
                                            <p:cond delay="0"/>
                                          </p:stCondLst>
                                        </p:cTn>
                                        <p:tgtEl>
                                          <p:spTgt spid="41"/>
                                        </p:tgtEl>
                                        <p:attrNameLst>
                                          <p:attrName>style.visibility</p:attrName>
                                        </p:attrNameLst>
                                      </p:cBhvr>
                                      <p:to>
                                        <p:strVal val="visible"/>
                                      </p:to>
                                    </p:set>
                                    <p:animEffect transition="in" filter="fade">
                                      <p:cBhvr>
                                        <p:cTn id="192" dur="550"/>
                                        <p:tgtEl>
                                          <p:spTgt spid="41"/>
                                        </p:tgtEl>
                                      </p:cBhvr>
                                    </p:animEffect>
                                    <p:anim calcmode="lin" valueType="num">
                                      <p:cBhvr>
                                        <p:cTn id="193" dur="550" decel="100000" fill="hold"/>
                                        <p:tgtEl>
                                          <p:spTgt spid="41"/>
                                        </p:tgtEl>
                                        <p:attrNameLst>
                                          <p:attrName>ppt_x</p:attrName>
                                        </p:attrNameLst>
                                      </p:cBhvr>
                                      <p:tavLst>
                                        <p:tav tm="0">
                                          <p:val>
                                            <p:strVal val="#ppt_x"/>
                                          </p:val>
                                        </p:tav>
                                        <p:tav tm="100000">
                                          <p:val>
                                            <p:strVal val="#ppt_x"/>
                                          </p:val>
                                        </p:tav>
                                      </p:tavLst>
                                    </p:anim>
                                    <p:anim calcmode="lin" valueType="num">
                                      <p:cBhvr>
                                        <p:cTn id="194" dur="550" decel="100000" fill="hold"/>
                                        <p:tgtEl>
                                          <p:spTgt spid="41"/>
                                        </p:tgtEl>
                                        <p:attrNameLst>
                                          <p:attrName>ppt_y</p:attrName>
                                        </p:attrNameLst>
                                      </p:cBhvr>
                                      <p:tavLst>
                                        <p:tav tm="0">
                                          <p:val>
                                            <p:strVal val="#ppt_y+.035"/>
                                          </p:val>
                                        </p:tav>
                                        <p:tav tm="100000">
                                          <p:val>
                                            <p:strVal val="#ppt_y"/>
                                          </p:val>
                                        </p:tav>
                                      </p:tavLst>
                                    </p:anim>
                                  </p:childTnLst>
                                </p:cTn>
                              </p:par>
                              <p:par>
                                <p:cTn id="195" presetID="42" presetClass="entr" presetSubtype="0" fill="hold" grpId="0" nodeType="withEffect">
                                  <p:stCondLst>
                                    <p:cond delay="1790"/>
                                  </p:stCondLst>
                                  <p:childTnLst>
                                    <p:set>
                                      <p:cBhvr>
                                        <p:cTn id="196" dur="1" fill="hold">
                                          <p:stCondLst>
                                            <p:cond delay="0"/>
                                          </p:stCondLst>
                                        </p:cTn>
                                        <p:tgtEl>
                                          <p:spTgt spid="42"/>
                                        </p:tgtEl>
                                        <p:attrNameLst>
                                          <p:attrName>style.visibility</p:attrName>
                                        </p:attrNameLst>
                                      </p:cBhvr>
                                      <p:to>
                                        <p:strVal val="visible"/>
                                      </p:to>
                                    </p:set>
                                    <p:animEffect transition="in" filter="fade">
                                      <p:cBhvr>
                                        <p:cTn id="197" dur="550"/>
                                        <p:tgtEl>
                                          <p:spTgt spid="42"/>
                                        </p:tgtEl>
                                      </p:cBhvr>
                                    </p:animEffect>
                                    <p:anim calcmode="lin" valueType="num">
                                      <p:cBhvr>
                                        <p:cTn id="198" dur="550" decel="100000" fill="hold"/>
                                        <p:tgtEl>
                                          <p:spTgt spid="42"/>
                                        </p:tgtEl>
                                        <p:attrNameLst>
                                          <p:attrName>ppt_x</p:attrName>
                                        </p:attrNameLst>
                                      </p:cBhvr>
                                      <p:tavLst>
                                        <p:tav tm="0">
                                          <p:val>
                                            <p:strVal val="#ppt_x"/>
                                          </p:val>
                                        </p:tav>
                                        <p:tav tm="100000">
                                          <p:val>
                                            <p:strVal val="#ppt_x"/>
                                          </p:val>
                                        </p:tav>
                                      </p:tavLst>
                                    </p:anim>
                                    <p:anim calcmode="lin" valueType="num">
                                      <p:cBhvr>
                                        <p:cTn id="199" dur="550" decel="100000" fill="hold"/>
                                        <p:tgtEl>
                                          <p:spTgt spid="42"/>
                                        </p:tgtEl>
                                        <p:attrNameLst>
                                          <p:attrName>ppt_y</p:attrName>
                                        </p:attrNameLst>
                                      </p:cBhvr>
                                      <p:tavLst>
                                        <p:tav tm="0">
                                          <p:val>
                                            <p:strVal val="#ppt_y+.035"/>
                                          </p:val>
                                        </p:tav>
                                        <p:tav tm="100000">
                                          <p:val>
                                            <p:strVal val="#ppt_y"/>
                                          </p:val>
                                        </p:tav>
                                      </p:tavLst>
                                    </p:anim>
                                  </p:childTnLst>
                                </p:cTn>
                              </p:par>
                              <p:par>
                                <p:cTn id="200" presetID="42" presetClass="entr" presetSubtype="0" fill="hold" grpId="0" nodeType="withEffect">
                                  <p:stCondLst>
                                    <p:cond delay="1790"/>
                                  </p:stCondLst>
                                  <p:childTnLst>
                                    <p:set>
                                      <p:cBhvr>
                                        <p:cTn id="201" dur="1" fill="hold">
                                          <p:stCondLst>
                                            <p:cond delay="0"/>
                                          </p:stCondLst>
                                        </p:cTn>
                                        <p:tgtEl>
                                          <p:spTgt spid="43"/>
                                        </p:tgtEl>
                                        <p:attrNameLst>
                                          <p:attrName>style.visibility</p:attrName>
                                        </p:attrNameLst>
                                      </p:cBhvr>
                                      <p:to>
                                        <p:strVal val="visible"/>
                                      </p:to>
                                    </p:set>
                                    <p:animEffect transition="in" filter="fade">
                                      <p:cBhvr>
                                        <p:cTn id="202" dur="550"/>
                                        <p:tgtEl>
                                          <p:spTgt spid="43"/>
                                        </p:tgtEl>
                                      </p:cBhvr>
                                    </p:animEffect>
                                    <p:anim calcmode="lin" valueType="num">
                                      <p:cBhvr>
                                        <p:cTn id="203" dur="550" decel="100000" fill="hold"/>
                                        <p:tgtEl>
                                          <p:spTgt spid="43"/>
                                        </p:tgtEl>
                                        <p:attrNameLst>
                                          <p:attrName>ppt_x</p:attrName>
                                        </p:attrNameLst>
                                      </p:cBhvr>
                                      <p:tavLst>
                                        <p:tav tm="0">
                                          <p:val>
                                            <p:strVal val="#ppt_x"/>
                                          </p:val>
                                        </p:tav>
                                        <p:tav tm="100000">
                                          <p:val>
                                            <p:strVal val="#ppt_x"/>
                                          </p:val>
                                        </p:tav>
                                      </p:tavLst>
                                    </p:anim>
                                    <p:anim calcmode="lin" valueType="num">
                                      <p:cBhvr>
                                        <p:cTn id="204" dur="550" decel="100000" fill="hold"/>
                                        <p:tgtEl>
                                          <p:spTgt spid="43"/>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P spid="35" grpId="0" animBg="1"/>
      <p:bldP spid="37" grpId="0" animBg="1"/>
      <p:bldP spid="38" grpId="0" animBg="1"/>
      <p:bldP spid="39" grpId="0" animBg="1"/>
      <p:bldP spid="40" grpId="0" animBg="1"/>
      <p:bldP spid="42" grpId="0" animBg="1"/>
      <p:bldP spid="4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rb"/>
          <p:cNvSpPr/>
          <p:nvPr/>
        </p:nvSpPr>
        <p:spPr>
          <a:xfrm>
            <a:off x="3291840" y="3291840"/>
            <a:ext cx="5120640" cy="5120640"/>
          </a:xfrm>
          <a:prstGeom prst="ellipse">
            <a:avLst/>
          </a:prstGeom>
          <a:solidFill>
            <a:srgbClr val="6366F1">
              <a:alpha val="38000"/>
            </a:srgbClr>
          </a:solidFill>
          <a:ln w="12700">
            <a:solidFill>
              <a:srgbClr val="6366F1"/>
            </a:solidFill>
            <a:prstDash val="solid"/>
          </a:ln>
          <a:effectLst>
            <a:softEdge rad="1700000"/>
          </a:effectLst>
        </p:spPr>
      </p:sp>
      <p:sp>
        <p:nvSpPr>
          <p:cNvPr id="3" name="s10 Text 1"/>
          <p:cNvSpPr/>
          <p:nvPr>
            <p:ph idx="101" type="title" hasCustomPrompt="1"/>
          </p:nvPr>
        </p:nvSpPr>
        <p:spPr>
          <a:xfrm>
            <a:off x="640080" y="457200"/>
            <a:ext cx="10908792" cy="777240"/>
          </a:xfrm>
          <a:prstGeom prst="rect">
            <a:avLst/>
          </a:prstGeom>
          <a:noFill/>
          <a:ln/>
        </p:spPr>
        <p:txBody>
          <a:bodyPr wrap="square" lIns="0" tIns="0" rIns="0" bIns="0" rtlCol="0" anchor="ctr"/>
          <a:lstStyle/>
          <a:p>
            <a:pPr algn="l" indent="0" marL="0">
              <a:buNone/>
            </a:pPr>
            <a:r>
              <a:rPr lang="en-US" sz="2600" dirty="0">
                <a:solidFill>
                  <a:srgbClr val="F1F5F9"/>
                </a:solidFill>
                <a:latin typeface="Arial Black" pitchFamily="34" charset="0"/>
                <a:ea typeface="Arial Black" pitchFamily="34" charset="-122"/>
                <a:cs typeface="Arial Black" pitchFamily="34" charset="-120"/>
              </a:rPr>
              <a:t>How the pieces fit</a:t>
            </a:r>
            <a:endParaRPr lang="en-US" sz="2600" dirty="0"/>
          </a:p>
        </p:txBody>
      </p:sp>
      <p:sp>
        <p:nvSpPr>
          <p:cNvPr id="4" name="anim-1-224"/>
          <p:cNvSpPr/>
          <p:nvPr/>
        </p:nvSpPr>
        <p:spPr>
          <a:xfrm>
            <a:off x="640080" y="1554480"/>
            <a:ext cx="2926080" cy="3200400"/>
          </a:xfrm>
          <a:prstGeom prst="roundRect">
            <a:avLst>
              <a:gd name="adj" fmla="val 4375"/>
            </a:avLst>
          </a:prstGeom>
          <a:solidFill>
            <a:srgbClr val="14142B"/>
          </a:solidFill>
          <a:ln w="9525">
            <a:solidFill>
              <a:srgbClr val="34345E"/>
            </a:solidFill>
            <a:prstDash val="solid"/>
          </a:ln>
        </p:spPr>
      </p:sp>
      <p:sp>
        <p:nvSpPr>
          <p:cNvPr id="5" name="anim-1-225"/>
          <p:cNvSpPr txBox="1"/>
          <p:nvPr/>
        </p:nvSpPr>
        <p:spPr>
          <a:xfrm>
            <a:off x="914400" y="1737360"/>
            <a:ext cx="2377440" cy="36576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Browser</a:t>
            </a:r>
            <a:endParaRPr lang="en-US" sz="2000" dirty="0"/>
          </a:p>
        </p:txBody>
      </p:sp>
      <p:sp>
        <p:nvSpPr>
          <p:cNvPr id="6" name="anim-1-226"/>
          <p:cNvSpPr/>
          <p:nvPr/>
        </p:nvSpPr>
        <p:spPr>
          <a:xfrm>
            <a:off x="914400" y="2286000"/>
            <a:ext cx="2377440" cy="384048"/>
          </a:xfrm>
          <a:prstGeom prst="roundRect">
            <a:avLst>
              <a:gd name="adj" fmla="val 50000"/>
            </a:avLst>
          </a:prstGeom>
          <a:solidFill>
            <a:srgbClr val="1B1B38"/>
          </a:solidFill>
          <a:ln w="12700">
            <a:solidFill>
              <a:srgbClr val="34345E"/>
            </a:solidFill>
            <a:prstDash val="solid"/>
          </a:ln>
        </p:spPr>
      </p:sp>
      <p:sp>
        <p:nvSpPr>
          <p:cNvPr id="7" name="anim-1-227"/>
          <p:cNvSpPr txBox="1"/>
          <p:nvPr/>
        </p:nvSpPr>
        <p:spPr>
          <a:xfrm>
            <a:off x="914400" y="2286000"/>
            <a:ext cx="2377440" cy="384048"/>
          </a:xfrm>
          <a:prstGeom prst="rect">
            <a:avLst/>
          </a:prstGeom>
          <a:noFill/>
          <a:ln/>
        </p:spPr>
        <p:txBody>
          <a:bodyPr wrap="square" lIns="0" tIns="0" rIns="0" bIns="0" rtlCol="0" anchor="ctr"/>
          <a:lstStyle/>
          <a:p>
            <a:pPr algn="ctr" indent="0" marL="0">
              <a:buNone/>
            </a:pPr>
            <a:r>
              <a:rPr lang="en-US" sz="1400" b="1" dirty="0">
                <a:solidFill>
                  <a:srgbClr val="A5B4FC"/>
                </a:solidFill>
                <a:latin typeface="Calibri" pitchFamily="34" charset="0"/>
                <a:ea typeface="Calibri" pitchFamily="34" charset="-122"/>
                <a:cs typeface="Calibri" pitchFamily="34" charset="-120"/>
              </a:rPr>
              <a:t>HTML</a:t>
            </a:r>
            <a:endParaRPr lang="en-US" sz="1400" dirty="0"/>
          </a:p>
        </p:txBody>
      </p:sp>
      <p:sp>
        <p:nvSpPr>
          <p:cNvPr id="8" name="anim-1-228"/>
          <p:cNvSpPr/>
          <p:nvPr/>
        </p:nvSpPr>
        <p:spPr>
          <a:xfrm>
            <a:off x="914400" y="2834640"/>
            <a:ext cx="2377440" cy="384048"/>
          </a:xfrm>
          <a:prstGeom prst="roundRect">
            <a:avLst>
              <a:gd name="adj" fmla="val 50000"/>
            </a:avLst>
          </a:prstGeom>
          <a:solidFill>
            <a:srgbClr val="1B1B38"/>
          </a:solidFill>
          <a:ln w="12700">
            <a:solidFill>
              <a:srgbClr val="34345E"/>
            </a:solidFill>
            <a:prstDash val="solid"/>
          </a:ln>
        </p:spPr>
      </p:sp>
      <p:sp>
        <p:nvSpPr>
          <p:cNvPr id="9" name="anim-1-229"/>
          <p:cNvSpPr txBox="1"/>
          <p:nvPr/>
        </p:nvSpPr>
        <p:spPr>
          <a:xfrm>
            <a:off x="914400" y="2834640"/>
            <a:ext cx="2377440" cy="384048"/>
          </a:xfrm>
          <a:prstGeom prst="rect">
            <a:avLst/>
          </a:prstGeom>
          <a:noFill/>
          <a:ln/>
        </p:spPr>
        <p:txBody>
          <a:bodyPr wrap="square" lIns="0" tIns="0" rIns="0" bIns="0" rtlCol="0" anchor="ctr"/>
          <a:lstStyle/>
          <a:p>
            <a:pPr algn="ctr" indent="0" marL="0">
              <a:buNone/>
            </a:pPr>
            <a:r>
              <a:rPr lang="en-US" sz="1400" b="1" dirty="0">
                <a:solidFill>
                  <a:srgbClr val="A5B4FC"/>
                </a:solidFill>
                <a:latin typeface="Calibri" pitchFamily="34" charset="0"/>
                <a:ea typeface="Calibri" pitchFamily="34" charset="-122"/>
                <a:cs typeface="Calibri" pitchFamily="34" charset="-120"/>
              </a:rPr>
              <a:t>CSS + Bootstrap</a:t>
            </a:r>
            <a:endParaRPr lang="en-US" sz="1400" dirty="0"/>
          </a:p>
        </p:txBody>
      </p:sp>
      <p:sp>
        <p:nvSpPr>
          <p:cNvPr id="10" name="anim-1-230"/>
          <p:cNvSpPr/>
          <p:nvPr/>
        </p:nvSpPr>
        <p:spPr>
          <a:xfrm>
            <a:off x="914400" y="3383280"/>
            <a:ext cx="2377440" cy="384048"/>
          </a:xfrm>
          <a:prstGeom prst="roundRect">
            <a:avLst>
              <a:gd name="adj" fmla="val 50000"/>
            </a:avLst>
          </a:prstGeom>
          <a:solidFill>
            <a:srgbClr val="1B1B38"/>
          </a:solidFill>
          <a:ln w="12700">
            <a:solidFill>
              <a:srgbClr val="34345E"/>
            </a:solidFill>
            <a:prstDash val="solid"/>
          </a:ln>
        </p:spPr>
      </p:sp>
      <p:sp>
        <p:nvSpPr>
          <p:cNvPr id="11" name="anim-1-231"/>
          <p:cNvSpPr txBox="1"/>
          <p:nvPr/>
        </p:nvSpPr>
        <p:spPr>
          <a:xfrm>
            <a:off x="914400" y="3383280"/>
            <a:ext cx="2377440" cy="384048"/>
          </a:xfrm>
          <a:prstGeom prst="rect">
            <a:avLst/>
          </a:prstGeom>
          <a:noFill/>
          <a:ln/>
        </p:spPr>
        <p:txBody>
          <a:bodyPr wrap="square" lIns="0" tIns="0" rIns="0" bIns="0" rtlCol="0" anchor="ctr"/>
          <a:lstStyle/>
          <a:p>
            <a:pPr algn="ctr" indent="0" marL="0">
              <a:buNone/>
            </a:pPr>
            <a:r>
              <a:rPr lang="en-US" sz="1400" b="1" dirty="0">
                <a:solidFill>
                  <a:srgbClr val="A5B4FC"/>
                </a:solidFill>
                <a:latin typeface="Calibri" pitchFamily="34" charset="0"/>
                <a:ea typeface="Calibri" pitchFamily="34" charset="-122"/>
                <a:cs typeface="Calibri" pitchFamily="34" charset="-120"/>
              </a:rPr>
              <a:t>JavaScript</a:t>
            </a:r>
            <a:endParaRPr lang="en-US" sz="1400" dirty="0"/>
          </a:p>
        </p:txBody>
      </p:sp>
      <p:sp>
        <p:nvSpPr>
          <p:cNvPr id="12" name="anim-1-232"/>
          <p:cNvSpPr/>
          <p:nvPr/>
        </p:nvSpPr>
        <p:spPr>
          <a:xfrm>
            <a:off x="914400" y="3931920"/>
            <a:ext cx="2377440" cy="384048"/>
          </a:xfrm>
          <a:prstGeom prst="roundRect">
            <a:avLst>
              <a:gd name="adj" fmla="val 50000"/>
            </a:avLst>
          </a:prstGeom>
          <a:solidFill>
            <a:srgbClr val="1B1B38"/>
          </a:solidFill>
          <a:ln w="12700">
            <a:solidFill>
              <a:srgbClr val="34345E"/>
            </a:solidFill>
            <a:prstDash val="solid"/>
          </a:ln>
        </p:spPr>
      </p:sp>
      <p:sp>
        <p:nvSpPr>
          <p:cNvPr id="13" name="anim-1-233"/>
          <p:cNvSpPr txBox="1"/>
          <p:nvPr/>
        </p:nvSpPr>
        <p:spPr>
          <a:xfrm>
            <a:off x="914400" y="3931920"/>
            <a:ext cx="2377440" cy="384048"/>
          </a:xfrm>
          <a:prstGeom prst="rect">
            <a:avLst/>
          </a:prstGeom>
          <a:noFill/>
          <a:ln/>
        </p:spPr>
        <p:txBody>
          <a:bodyPr wrap="square" lIns="0" tIns="0" rIns="0" bIns="0" rtlCol="0" anchor="ctr"/>
          <a:lstStyle/>
          <a:p>
            <a:pPr algn="ctr" indent="0" marL="0">
              <a:buNone/>
            </a:pPr>
            <a:r>
              <a:rPr lang="en-US" sz="1400" b="1" dirty="0">
                <a:solidFill>
                  <a:srgbClr val="A5B4FC"/>
                </a:solidFill>
                <a:latin typeface="Calibri" pitchFamily="34" charset="0"/>
                <a:ea typeface="Calibri" pitchFamily="34" charset="-122"/>
                <a:cs typeface="Calibri" pitchFamily="34" charset="-120"/>
              </a:rPr>
              <a:t>jQuery</a:t>
            </a:r>
            <a:endParaRPr lang="en-US" sz="1400" dirty="0"/>
          </a:p>
        </p:txBody>
      </p:sp>
      <p:sp>
        <p:nvSpPr>
          <p:cNvPr id="14" name="anim-2-234"/>
          <p:cNvSpPr/>
          <p:nvPr/>
        </p:nvSpPr>
        <p:spPr>
          <a:xfrm>
            <a:off x="4572000" y="1554480"/>
            <a:ext cx="3886200" cy="3200400"/>
          </a:xfrm>
          <a:prstGeom prst="roundRect">
            <a:avLst>
              <a:gd name="adj" fmla="val 4000"/>
            </a:avLst>
          </a:prstGeom>
          <a:solidFill>
            <a:srgbClr val="1B1B38"/>
          </a:solidFill>
          <a:ln w="9525">
            <a:solidFill>
              <a:srgbClr val="34345E"/>
            </a:solidFill>
            <a:prstDash val="solid"/>
          </a:ln>
        </p:spPr>
      </p:sp>
      <p:sp>
        <p:nvSpPr>
          <p:cNvPr id="15" name="anim-2-235"/>
          <p:cNvSpPr txBox="1"/>
          <p:nvPr/>
        </p:nvSpPr>
        <p:spPr>
          <a:xfrm>
            <a:off x="4846320" y="1737360"/>
            <a:ext cx="3383280" cy="36576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Django (Python)</a:t>
            </a:r>
            <a:endParaRPr lang="en-US" sz="2000" dirty="0"/>
          </a:p>
        </p:txBody>
      </p:sp>
      <p:sp>
        <p:nvSpPr>
          <p:cNvPr id="16" name="anim-2-236"/>
          <p:cNvSpPr/>
          <p:nvPr/>
        </p:nvSpPr>
        <p:spPr>
          <a:xfrm>
            <a:off x="4846320" y="2331720"/>
            <a:ext cx="1645920" cy="822960"/>
          </a:xfrm>
          <a:prstGeom prst="roundRect">
            <a:avLst>
              <a:gd name="adj" fmla="val 13333"/>
            </a:avLst>
          </a:prstGeom>
          <a:solidFill>
            <a:srgbClr val="0B0B1A"/>
          </a:solidFill>
          <a:ln w="19050">
            <a:solidFill>
              <a:srgbClr val="A5B4FC"/>
            </a:solidFill>
            <a:prstDash val="solid"/>
          </a:ln>
        </p:spPr>
      </p:sp>
      <p:sp>
        <p:nvSpPr>
          <p:cNvPr id="17" name="anim-2-237"/>
          <p:cNvSpPr txBox="1"/>
          <p:nvPr/>
        </p:nvSpPr>
        <p:spPr>
          <a:xfrm>
            <a:off x="4846320" y="2331720"/>
            <a:ext cx="1645920" cy="822960"/>
          </a:xfrm>
          <a:prstGeom prst="rect">
            <a:avLst/>
          </a:prstGeom>
          <a:noFill/>
          <a:ln/>
        </p:spPr>
        <p:txBody>
          <a:bodyPr wrap="square" lIns="0" tIns="0" rIns="0" bIns="0" rtlCol="0" anchor="ctr"/>
          <a:lstStyle/>
          <a:p>
            <a:pPr algn="ctr" indent="0" marL="0">
              <a:buNone/>
            </a:pPr>
            <a:r>
              <a:rPr lang="en-US" sz="1500" b="1" dirty="0">
                <a:solidFill>
                  <a:srgbClr val="A5B4FC"/>
                </a:solidFill>
                <a:latin typeface="Calibri" pitchFamily="34" charset="0"/>
                <a:ea typeface="Calibri" pitchFamily="34" charset="-122"/>
                <a:cs typeface="Calibri" pitchFamily="34" charset="-120"/>
              </a:rPr>
              <a:t>URLs</a:t>
            </a:r>
            <a:endParaRPr lang="en-US" sz="1500" dirty="0"/>
          </a:p>
        </p:txBody>
      </p:sp>
      <p:sp>
        <p:nvSpPr>
          <p:cNvPr id="18" name="anim-2-238"/>
          <p:cNvSpPr/>
          <p:nvPr/>
        </p:nvSpPr>
        <p:spPr>
          <a:xfrm>
            <a:off x="6629400" y="2331720"/>
            <a:ext cx="1645920" cy="822960"/>
          </a:xfrm>
          <a:prstGeom prst="roundRect">
            <a:avLst>
              <a:gd name="adj" fmla="val 13333"/>
            </a:avLst>
          </a:prstGeom>
          <a:solidFill>
            <a:srgbClr val="0B0B1A"/>
          </a:solidFill>
          <a:ln w="19050">
            <a:solidFill>
              <a:srgbClr val="F472B6"/>
            </a:solidFill>
            <a:prstDash val="solid"/>
          </a:ln>
        </p:spPr>
      </p:sp>
      <p:sp>
        <p:nvSpPr>
          <p:cNvPr id="19" name="anim-2-239"/>
          <p:cNvSpPr txBox="1"/>
          <p:nvPr/>
        </p:nvSpPr>
        <p:spPr>
          <a:xfrm>
            <a:off x="6629400" y="2331720"/>
            <a:ext cx="1645920" cy="822960"/>
          </a:xfrm>
          <a:prstGeom prst="rect">
            <a:avLst/>
          </a:prstGeom>
          <a:noFill/>
          <a:ln/>
        </p:spPr>
        <p:txBody>
          <a:bodyPr wrap="square" lIns="0" tIns="0" rIns="0" bIns="0" rtlCol="0" anchor="ctr"/>
          <a:lstStyle/>
          <a:p>
            <a:pPr algn="ctr" indent="0" marL="0">
              <a:buNone/>
            </a:pPr>
            <a:r>
              <a:rPr lang="en-US" sz="1500" b="1" dirty="0">
                <a:solidFill>
                  <a:srgbClr val="F472B6"/>
                </a:solidFill>
                <a:latin typeface="Calibri" pitchFamily="34" charset="0"/>
                <a:ea typeface="Calibri" pitchFamily="34" charset="-122"/>
                <a:cs typeface="Calibri" pitchFamily="34" charset="-120"/>
              </a:rPr>
              <a:t>Views</a:t>
            </a:r>
            <a:endParaRPr lang="en-US" sz="1500" dirty="0"/>
          </a:p>
        </p:txBody>
      </p:sp>
      <p:sp>
        <p:nvSpPr>
          <p:cNvPr id="20" name="anim-2-240"/>
          <p:cNvSpPr/>
          <p:nvPr/>
        </p:nvSpPr>
        <p:spPr>
          <a:xfrm>
            <a:off x="4846320" y="3429000"/>
            <a:ext cx="1645920" cy="822960"/>
          </a:xfrm>
          <a:prstGeom prst="roundRect">
            <a:avLst>
              <a:gd name="adj" fmla="val 13333"/>
            </a:avLst>
          </a:prstGeom>
          <a:solidFill>
            <a:srgbClr val="0B0B1A"/>
          </a:solidFill>
          <a:ln w="19050">
            <a:solidFill>
              <a:srgbClr val="F97316"/>
            </a:solidFill>
            <a:prstDash val="solid"/>
          </a:ln>
        </p:spPr>
      </p:sp>
      <p:sp>
        <p:nvSpPr>
          <p:cNvPr id="21" name="anim-2-241"/>
          <p:cNvSpPr txBox="1"/>
          <p:nvPr/>
        </p:nvSpPr>
        <p:spPr>
          <a:xfrm>
            <a:off x="4846320" y="3429000"/>
            <a:ext cx="1645920" cy="822960"/>
          </a:xfrm>
          <a:prstGeom prst="rect">
            <a:avLst/>
          </a:prstGeom>
          <a:noFill/>
          <a:ln/>
        </p:spPr>
        <p:txBody>
          <a:bodyPr wrap="square" lIns="0" tIns="0" rIns="0" bIns="0" rtlCol="0" anchor="ctr"/>
          <a:lstStyle/>
          <a:p>
            <a:pPr algn="ctr" indent="0" marL="0">
              <a:buNone/>
            </a:pPr>
            <a:r>
              <a:rPr lang="en-US" sz="1500" b="1" dirty="0">
                <a:solidFill>
                  <a:srgbClr val="F97316"/>
                </a:solidFill>
                <a:latin typeface="Calibri" pitchFamily="34" charset="0"/>
                <a:ea typeface="Calibri" pitchFamily="34" charset="-122"/>
                <a:cs typeface="Calibri" pitchFamily="34" charset="-120"/>
              </a:rPr>
              <a:t>Models + ORM</a:t>
            </a:r>
            <a:endParaRPr lang="en-US" sz="1500" dirty="0"/>
          </a:p>
        </p:txBody>
      </p:sp>
      <p:sp>
        <p:nvSpPr>
          <p:cNvPr id="22" name="anim-2-242"/>
          <p:cNvSpPr/>
          <p:nvPr/>
        </p:nvSpPr>
        <p:spPr>
          <a:xfrm>
            <a:off x="6629400" y="3429000"/>
            <a:ext cx="1645920" cy="822960"/>
          </a:xfrm>
          <a:prstGeom prst="roundRect">
            <a:avLst>
              <a:gd name="adj" fmla="val 13333"/>
            </a:avLst>
          </a:prstGeom>
          <a:solidFill>
            <a:srgbClr val="0B0B1A"/>
          </a:solidFill>
          <a:ln w="19050">
            <a:solidFill>
              <a:srgbClr val="4ADE80"/>
            </a:solidFill>
            <a:prstDash val="solid"/>
          </a:ln>
        </p:spPr>
      </p:sp>
      <p:sp>
        <p:nvSpPr>
          <p:cNvPr id="23" name="anim-2-243"/>
          <p:cNvSpPr txBox="1"/>
          <p:nvPr/>
        </p:nvSpPr>
        <p:spPr>
          <a:xfrm>
            <a:off x="6629400" y="3429000"/>
            <a:ext cx="1645920" cy="822960"/>
          </a:xfrm>
          <a:prstGeom prst="rect">
            <a:avLst/>
          </a:prstGeom>
          <a:noFill/>
          <a:ln/>
        </p:spPr>
        <p:txBody>
          <a:bodyPr wrap="square" lIns="0" tIns="0" rIns="0" bIns="0" rtlCol="0" anchor="ctr"/>
          <a:lstStyle/>
          <a:p>
            <a:pPr algn="ctr" indent="0" marL="0">
              <a:buNone/>
            </a:pPr>
            <a:r>
              <a:rPr lang="en-US" sz="1500" b="1" dirty="0">
                <a:solidFill>
                  <a:srgbClr val="4ADE80"/>
                </a:solidFill>
                <a:latin typeface="Calibri" pitchFamily="34" charset="0"/>
                <a:ea typeface="Calibri" pitchFamily="34" charset="-122"/>
                <a:cs typeface="Calibri" pitchFamily="34" charset="-120"/>
              </a:rPr>
              <a:t>Templates</a:t>
            </a:r>
            <a:endParaRPr lang="en-US" sz="1500" dirty="0"/>
          </a:p>
        </p:txBody>
      </p:sp>
      <p:sp>
        <p:nvSpPr>
          <p:cNvPr id="24" name="anim-3-244"/>
          <p:cNvSpPr/>
          <p:nvPr/>
        </p:nvSpPr>
        <p:spPr>
          <a:xfrm>
            <a:off x="9509760" y="1554480"/>
            <a:ext cx="2057400" cy="3200400"/>
          </a:xfrm>
          <a:prstGeom prst="roundRect">
            <a:avLst>
              <a:gd name="adj" fmla="val 6222"/>
            </a:avLst>
          </a:prstGeom>
          <a:solidFill>
            <a:srgbClr val="14142B"/>
          </a:solidFill>
          <a:ln w="9525">
            <a:solidFill>
              <a:srgbClr val="34345E"/>
            </a:solidFill>
            <a:prstDash val="solid"/>
          </a:ln>
        </p:spPr>
      </p:sp>
      <p:sp>
        <p:nvSpPr>
          <p:cNvPr id="25" name="anim-3-245"/>
          <p:cNvSpPr txBox="1"/>
          <p:nvPr/>
        </p:nvSpPr>
        <p:spPr>
          <a:xfrm>
            <a:off x="9738360" y="1737360"/>
            <a:ext cx="1645920" cy="36576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Database</a:t>
            </a:r>
            <a:endParaRPr lang="en-US" sz="2000" dirty="0"/>
          </a:p>
        </p:txBody>
      </p:sp>
      <p:sp>
        <p:nvSpPr>
          <p:cNvPr id="26" name="anim-3-246"/>
          <p:cNvSpPr txBox="1"/>
          <p:nvPr/>
        </p:nvSpPr>
        <p:spPr>
          <a:xfrm>
            <a:off x="9738360" y="2286000"/>
            <a:ext cx="1737360" cy="2286000"/>
          </a:xfrm>
          <a:prstGeom prst="rect">
            <a:avLst/>
          </a:prstGeom>
          <a:noFill/>
          <a:ln/>
        </p:spPr>
        <p:txBody>
          <a:bodyPr wrap="square" lIns="0" tIns="0" rIns="0" bIns="0" rtlCol="0" anchor="t"/>
          <a:lstStyle/>
          <a:p>
            <a:pPr indent="0" marL="0">
              <a:buNone/>
            </a:pPr>
            <a:r>
              <a:rPr lang="en-US" sz="1400" b="1" dirty="0">
                <a:solidFill>
                  <a:srgbClr val="F1F5F9"/>
                </a:solidFill>
                <a:latin typeface="Calibri" pitchFamily="34" charset="0"/>
                <a:ea typeface="Calibri" pitchFamily="34" charset="-122"/>
                <a:cs typeface="Calibri" pitchFamily="34" charset="-120"/>
              </a:rPr>
              <a:t>SQLite</a:t>
            </a:r>
            <a:endParaRPr lang="en-US" sz="1400" dirty="0"/>
          </a:p>
          <a:p>
            <a:pPr indent="0" marL="0">
              <a:buNone/>
            </a:pPr>
            <a:r>
              <a:rPr lang="en-US" sz="1400" dirty="0">
                <a:solidFill>
                  <a:srgbClr val="A3AED0"/>
                </a:solidFill>
                <a:latin typeface="Calibri" pitchFamily="34" charset="0"/>
                <a:ea typeface="Calibri" pitchFamily="34" charset="-122"/>
                <a:cs typeface="Calibri" pitchFamily="34" charset="-120"/>
              </a:rPr>
              <a:t>on a computer</a:t>
            </a:r>
            <a:endParaRPr lang="en-US" sz="1400" dirty="0"/>
          </a:p>
          <a:p>
            <a:pPr indent="0" marL="0">
              <a:buNone/>
            </a:pPr>
            <a:r>
              <a:rPr lang="en-US" sz="800" dirty="0">
                <a:solidFill>
                  <a:srgbClr val="F1F5F9"/>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4ADE80"/>
                </a:solidFill>
                <a:latin typeface="Calibri" pitchFamily="34" charset="0"/>
                <a:ea typeface="Calibri" pitchFamily="34" charset="-122"/>
                <a:cs typeface="Calibri" pitchFamily="34" charset="-120"/>
              </a:rPr>
              <a:t>PostgreSQL</a:t>
            </a:r>
            <a:endParaRPr lang="en-US" sz="1400" dirty="0"/>
          </a:p>
          <a:p>
            <a:pPr indent="0" marL="0">
              <a:buNone/>
            </a:pPr>
            <a:r>
              <a:rPr lang="en-US" sz="1400" dirty="0">
                <a:solidFill>
                  <a:srgbClr val="A3AED0"/>
                </a:solidFill>
                <a:latin typeface="Calibri" pitchFamily="34" charset="0"/>
                <a:ea typeface="Calibri" pitchFamily="34" charset="-122"/>
                <a:cs typeface="Calibri" pitchFamily="34" charset="-120"/>
              </a:rPr>
              <a:t>live (Supabase)</a:t>
            </a:r>
            <a:endParaRPr lang="en-US" sz="1400" dirty="0"/>
          </a:p>
          <a:p>
            <a:pPr indent="0" marL="0">
              <a:buNone/>
            </a:pPr>
            <a:r>
              <a:rPr lang="en-US" sz="800" dirty="0">
                <a:solidFill>
                  <a:srgbClr val="F1F5F9"/>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F1F5F9"/>
                </a:solidFill>
                <a:latin typeface="Calibri" pitchFamily="34" charset="0"/>
                <a:ea typeface="Calibri" pitchFamily="34" charset="-122"/>
                <a:cs typeface="Calibri" pitchFamily="34" charset="-120"/>
              </a:rPr>
              <a:t>MySQL</a:t>
            </a:r>
            <a:endParaRPr lang="en-US" sz="1400" dirty="0"/>
          </a:p>
          <a:p>
            <a:pPr indent="0" marL="0">
              <a:buNone/>
            </a:pPr>
            <a:r>
              <a:rPr lang="en-US" sz="1400" dirty="0">
                <a:solidFill>
                  <a:srgbClr val="A3AED0"/>
                </a:solidFill>
                <a:latin typeface="Calibri" pitchFamily="34" charset="0"/>
                <a:ea typeface="Calibri" pitchFamily="34" charset="-122"/>
                <a:cs typeface="Calibri" pitchFamily="34" charset="-120"/>
              </a:rPr>
              <a:t>supported</a:t>
            </a:r>
            <a:endParaRPr lang="en-US" sz="1400" dirty="0"/>
          </a:p>
        </p:txBody>
      </p:sp>
      <p:sp>
        <p:nvSpPr>
          <p:cNvPr id="27" name="anim-4-247"/>
          <p:cNvSpPr/>
          <p:nvPr/>
        </p:nvSpPr>
        <p:spPr>
          <a:xfrm>
            <a:off x="3611880" y="2377440"/>
            <a:ext cx="914400" cy="0"/>
          </a:xfrm>
          <a:prstGeom prst="line">
            <a:avLst/>
          </a:prstGeom>
          <a:noFill/>
          <a:ln w="25400">
            <a:solidFill>
              <a:srgbClr val="F472B6"/>
            </a:solidFill>
            <a:prstDash val="solid"/>
            <a:tailEnd type="triangle"/>
          </a:ln>
        </p:spPr>
      </p:sp>
      <p:sp>
        <p:nvSpPr>
          <p:cNvPr id="28" name="anim-4-248"/>
          <p:cNvSpPr txBox="1"/>
          <p:nvPr/>
        </p:nvSpPr>
        <p:spPr>
          <a:xfrm>
            <a:off x="3520440" y="2011680"/>
            <a:ext cx="1097280" cy="274320"/>
          </a:xfrm>
          <a:prstGeom prst="rect">
            <a:avLst/>
          </a:prstGeom>
          <a:noFill/>
          <a:ln/>
        </p:spPr>
        <p:txBody>
          <a:bodyPr wrap="square" lIns="0" tIns="0" rIns="0" bIns="0" rtlCol="0" anchor="t"/>
          <a:lstStyle/>
          <a:p>
            <a:pPr algn="ctr" indent="0" marL="0">
              <a:buNone/>
            </a:pPr>
            <a:r>
              <a:rPr lang="en-US" sz="1200" dirty="0">
                <a:solidFill>
                  <a:srgbClr val="F472B6"/>
                </a:solidFill>
                <a:latin typeface="Calibri" pitchFamily="34" charset="0"/>
                <a:ea typeface="Calibri" pitchFamily="34" charset="-122"/>
                <a:cs typeface="Calibri" pitchFamily="34" charset="-120"/>
              </a:rPr>
              <a:t>GET / POST</a:t>
            </a:r>
            <a:endParaRPr lang="en-US" sz="1200" dirty="0"/>
          </a:p>
        </p:txBody>
      </p:sp>
      <p:sp>
        <p:nvSpPr>
          <p:cNvPr id="29" name="anim-4-249"/>
          <p:cNvSpPr/>
          <p:nvPr/>
        </p:nvSpPr>
        <p:spPr>
          <a:xfrm flipH="1">
            <a:off x="3611880" y="3566160"/>
            <a:ext cx="914400" cy="0"/>
          </a:xfrm>
          <a:prstGeom prst="line">
            <a:avLst/>
          </a:prstGeom>
          <a:noFill/>
          <a:ln w="25400">
            <a:solidFill>
              <a:srgbClr val="A5B4FC"/>
            </a:solidFill>
            <a:prstDash val="solid"/>
            <a:tailEnd type="triangle"/>
          </a:ln>
        </p:spPr>
      </p:sp>
      <p:sp>
        <p:nvSpPr>
          <p:cNvPr id="30" name="anim-4-250"/>
          <p:cNvSpPr txBox="1"/>
          <p:nvPr/>
        </p:nvSpPr>
        <p:spPr>
          <a:xfrm>
            <a:off x="3520440" y="3611880"/>
            <a:ext cx="1097280" cy="274320"/>
          </a:xfrm>
          <a:prstGeom prst="rect">
            <a:avLst/>
          </a:prstGeom>
          <a:noFill/>
          <a:ln/>
        </p:spPr>
        <p:txBody>
          <a:bodyPr wrap="square" lIns="0" tIns="0" rIns="0" bIns="0" rtlCol="0" anchor="t"/>
          <a:lstStyle/>
          <a:p>
            <a:pPr algn="ctr" indent="0" marL="0">
              <a:buNone/>
            </a:pPr>
            <a:r>
              <a:rPr lang="en-US" sz="1200" dirty="0">
                <a:solidFill>
                  <a:srgbClr val="A5B4FC"/>
                </a:solidFill>
                <a:latin typeface="Calibri" pitchFamily="34" charset="0"/>
                <a:ea typeface="Calibri" pitchFamily="34" charset="-122"/>
                <a:cs typeface="Calibri" pitchFamily="34" charset="-120"/>
              </a:rPr>
              <a:t>HTML + JSON</a:t>
            </a:r>
            <a:endParaRPr lang="en-US" sz="1200" dirty="0"/>
          </a:p>
        </p:txBody>
      </p:sp>
      <p:sp>
        <p:nvSpPr>
          <p:cNvPr id="31" name="anim-4-251"/>
          <p:cNvSpPr/>
          <p:nvPr/>
        </p:nvSpPr>
        <p:spPr>
          <a:xfrm>
            <a:off x="8503920" y="2834640"/>
            <a:ext cx="960120" cy="0"/>
          </a:xfrm>
          <a:prstGeom prst="line">
            <a:avLst/>
          </a:prstGeom>
          <a:noFill/>
          <a:ln w="25400">
            <a:solidFill>
              <a:srgbClr val="F97316"/>
            </a:solidFill>
            <a:prstDash val="solid"/>
            <a:tailEnd type="triangle"/>
          </a:ln>
        </p:spPr>
      </p:sp>
      <p:sp>
        <p:nvSpPr>
          <p:cNvPr id="32" name="anim-4-252"/>
          <p:cNvSpPr txBox="1"/>
          <p:nvPr/>
        </p:nvSpPr>
        <p:spPr>
          <a:xfrm>
            <a:off x="8503920" y="2468880"/>
            <a:ext cx="960120" cy="274320"/>
          </a:xfrm>
          <a:prstGeom prst="rect">
            <a:avLst/>
          </a:prstGeom>
          <a:noFill/>
          <a:ln/>
        </p:spPr>
        <p:txBody>
          <a:bodyPr wrap="square" lIns="0" tIns="0" rIns="0" bIns="0" rtlCol="0" anchor="t"/>
          <a:lstStyle/>
          <a:p>
            <a:pPr algn="ctr" indent="0" marL="0">
              <a:buNone/>
            </a:pPr>
            <a:r>
              <a:rPr lang="en-US" sz="1200" dirty="0">
                <a:solidFill>
                  <a:srgbClr val="F97316"/>
                </a:solidFill>
                <a:latin typeface="Calibri" pitchFamily="34" charset="0"/>
                <a:ea typeface="Calibri" pitchFamily="34" charset="-122"/>
                <a:cs typeface="Calibri" pitchFamily="34" charset="-120"/>
              </a:rPr>
              <a:t>ORM</a:t>
            </a:r>
            <a:endParaRPr lang="en-US" sz="1200" dirty="0"/>
          </a:p>
        </p:txBody>
      </p:sp>
      <p:sp>
        <p:nvSpPr>
          <p:cNvPr id="33" name="anim-5-253"/>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600" b="1" dirty="0">
                <a:solidFill>
                  <a:srgbClr val="A3AED0"/>
                </a:solidFill>
                <a:latin typeface="Calibri" pitchFamily="34" charset="0"/>
                <a:ea typeface="Calibri" pitchFamily="34" charset="-122"/>
                <a:cs typeface="Calibri" pitchFamily="34" charset="-120"/>
              </a:rPr>
              <a:t>From code to live site</a:t>
            </a:r>
            <a:endParaRPr lang="en-US" sz="1600" dirty="0"/>
          </a:p>
        </p:txBody>
      </p:sp>
      <p:sp>
        <p:nvSpPr>
          <p:cNvPr id="34" name="anim-5-254"/>
          <p:cNvSpPr/>
          <p:nvPr/>
        </p:nvSpPr>
        <p:spPr>
          <a:xfrm>
            <a:off x="640080" y="5532120"/>
            <a:ext cx="2377440" cy="384048"/>
          </a:xfrm>
          <a:prstGeom prst="roundRect">
            <a:avLst>
              <a:gd name="adj" fmla="val 50000"/>
            </a:avLst>
          </a:prstGeom>
          <a:solidFill>
            <a:srgbClr val="1B1B38"/>
          </a:solidFill>
          <a:ln w="12700">
            <a:solidFill>
              <a:srgbClr val="34345E"/>
            </a:solidFill>
            <a:prstDash val="solid"/>
          </a:ln>
        </p:spPr>
      </p:sp>
      <p:sp>
        <p:nvSpPr>
          <p:cNvPr id="35" name="anim-5-255"/>
          <p:cNvSpPr txBox="1"/>
          <p:nvPr/>
        </p:nvSpPr>
        <p:spPr>
          <a:xfrm>
            <a:off x="640080" y="5532120"/>
            <a:ext cx="2377440" cy="384048"/>
          </a:xfrm>
          <a:prstGeom prst="rect">
            <a:avLst/>
          </a:prstGeom>
          <a:noFill/>
          <a:ln/>
        </p:spPr>
        <p:txBody>
          <a:bodyPr wrap="square" lIns="0" tIns="0" rIns="0" bIns="0" rtlCol="0" anchor="ctr"/>
          <a:lstStyle/>
          <a:p>
            <a:pPr algn="ctr" indent="0" marL="0">
              <a:buNone/>
            </a:pPr>
            <a:r>
              <a:rPr lang="en-US" sz="1400" b="1" dirty="0">
                <a:solidFill>
                  <a:srgbClr val="A5B4FC"/>
                </a:solidFill>
                <a:latin typeface="Calibri" pitchFamily="34" charset="0"/>
                <a:ea typeface="Calibri" pitchFamily="34" charset="-122"/>
                <a:cs typeface="Calibri" pitchFamily="34" charset="-120"/>
              </a:rPr>
              <a:t>git push to GitHub</a:t>
            </a:r>
            <a:endParaRPr lang="en-US" sz="1400" dirty="0"/>
          </a:p>
        </p:txBody>
      </p:sp>
      <p:sp>
        <p:nvSpPr>
          <p:cNvPr id="36" name="anim-5-256"/>
          <p:cNvSpPr/>
          <p:nvPr/>
        </p:nvSpPr>
        <p:spPr>
          <a:xfrm>
            <a:off x="3054096" y="5641848"/>
            <a:ext cx="155448" cy="164592"/>
          </a:xfrm>
          <a:prstGeom prst="rightArrow">
            <a:avLst/>
          </a:prstGeom>
          <a:solidFill>
            <a:srgbClr val="A3AED0"/>
          </a:solidFill>
          <a:ln w="12700">
            <a:solidFill>
              <a:srgbClr val="A3AED0"/>
            </a:solidFill>
            <a:prstDash val="solid"/>
          </a:ln>
        </p:spPr>
      </p:sp>
      <p:sp>
        <p:nvSpPr>
          <p:cNvPr id="37" name="anim-5-257"/>
          <p:cNvSpPr/>
          <p:nvPr/>
        </p:nvSpPr>
        <p:spPr>
          <a:xfrm>
            <a:off x="3246120" y="5532120"/>
            <a:ext cx="2834640" cy="384048"/>
          </a:xfrm>
          <a:prstGeom prst="roundRect">
            <a:avLst>
              <a:gd name="adj" fmla="val 50000"/>
            </a:avLst>
          </a:prstGeom>
          <a:solidFill>
            <a:srgbClr val="1B1B38"/>
          </a:solidFill>
          <a:ln w="12700">
            <a:solidFill>
              <a:srgbClr val="34345E"/>
            </a:solidFill>
            <a:prstDash val="solid"/>
          </a:ln>
        </p:spPr>
      </p:sp>
      <p:sp>
        <p:nvSpPr>
          <p:cNvPr id="38" name="anim-5-258"/>
          <p:cNvSpPr txBox="1"/>
          <p:nvPr/>
        </p:nvSpPr>
        <p:spPr>
          <a:xfrm>
            <a:off x="3246120" y="5532120"/>
            <a:ext cx="2834640" cy="384048"/>
          </a:xfrm>
          <a:prstGeom prst="rect">
            <a:avLst/>
          </a:prstGeom>
          <a:noFill/>
          <a:ln/>
        </p:spPr>
        <p:txBody>
          <a:bodyPr wrap="square" lIns="0" tIns="0" rIns="0" bIns="0" rtlCol="0" anchor="ctr"/>
          <a:lstStyle/>
          <a:p>
            <a:pPr algn="ctr" indent="0" marL="0">
              <a:buNone/>
            </a:pPr>
            <a:r>
              <a:rPr lang="en-US" sz="1400" b="1" dirty="0">
                <a:solidFill>
                  <a:srgbClr val="A5B4FC"/>
                </a:solidFill>
                <a:latin typeface="Calibri" pitchFamily="34" charset="0"/>
                <a:ea typeface="Calibri" pitchFamily="34" charset="-122"/>
                <a:cs typeface="Calibri" pitchFamily="34" charset="-120"/>
              </a:rPr>
              <a:t>Vercel builds and deploys</a:t>
            </a:r>
            <a:endParaRPr lang="en-US" sz="1400" dirty="0"/>
          </a:p>
        </p:txBody>
      </p:sp>
      <p:sp>
        <p:nvSpPr>
          <p:cNvPr id="39" name="anim-5-259"/>
          <p:cNvSpPr/>
          <p:nvPr/>
        </p:nvSpPr>
        <p:spPr>
          <a:xfrm>
            <a:off x="6117336" y="5641848"/>
            <a:ext cx="155448" cy="164592"/>
          </a:xfrm>
          <a:prstGeom prst="rightArrow">
            <a:avLst/>
          </a:prstGeom>
          <a:solidFill>
            <a:srgbClr val="A3AED0"/>
          </a:solidFill>
          <a:ln w="12700">
            <a:solidFill>
              <a:srgbClr val="A3AED0"/>
            </a:solidFill>
            <a:prstDash val="solid"/>
          </a:ln>
        </p:spPr>
      </p:sp>
      <p:sp>
        <p:nvSpPr>
          <p:cNvPr id="40" name="anim-5-260"/>
          <p:cNvSpPr/>
          <p:nvPr/>
        </p:nvSpPr>
        <p:spPr>
          <a:xfrm>
            <a:off x="6309360" y="5532120"/>
            <a:ext cx="2011680" cy="384048"/>
          </a:xfrm>
          <a:prstGeom prst="roundRect">
            <a:avLst>
              <a:gd name="adj" fmla="val 50000"/>
            </a:avLst>
          </a:prstGeom>
          <a:solidFill>
            <a:srgbClr val="1B1B38"/>
          </a:solidFill>
          <a:ln w="12700">
            <a:solidFill>
              <a:srgbClr val="34345E"/>
            </a:solidFill>
            <a:prstDash val="solid"/>
          </a:ln>
        </p:spPr>
      </p:sp>
      <p:sp>
        <p:nvSpPr>
          <p:cNvPr id="41" name="anim-5-261"/>
          <p:cNvSpPr txBox="1"/>
          <p:nvPr/>
        </p:nvSpPr>
        <p:spPr>
          <a:xfrm>
            <a:off x="6309360" y="5532120"/>
            <a:ext cx="2011680" cy="384048"/>
          </a:xfrm>
          <a:prstGeom prst="rect">
            <a:avLst/>
          </a:prstGeom>
          <a:noFill/>
          <a:ln/>
        </p:spPr>
        <p:txBody>
          <a:bodyPr wrap="square" lIns="0" tIns="0" rIns="0" bIns="0" rtlCol="0" anchor="ctr"/>
          <a:lstStyle/>
          <a:p>
            <a:pPr algn="ctr" indent="0" marL="0">
              <a:buNone/>
            </a:pPr>
            <a:r>
              <a:rPr lang="en-US" sz="1400" b="1" dirty="0">
                <a:solidFill>
                  <a:srgbClr val="A5B4FC"/>
                </a:solidFill>
                <a:latin typeface="Calibri" pitchFamily="34" charset="0"/>
                <a:ea typeface="Calibri" pitchFamily="34" charset="-122"/>
                <a:cs typeface="Calibri" pitchFamily="34" charset="-120"/>
              </a:rPr>
              <a:t>Migrations run</a:t>
            </a:r>
            <a:endParaRPr lang="en-US" sz="1400" dirty="0"/>
          </a:p>
        </p:txBody>
      </p:sp>
      <p:sp>
        <p:nvSpPr>
          <p:cNvPr id="42" name="anim-5-262"/>
          <p:cNvSpPr/>
          <p:nvPr/>
        </p:nvSpPr>
        <p:spPr>
          <a:xfrm>
            <a:off x="8357616" y="5641848"/>
            <a:ext cx="155448" cy="164592"/>
          </a:xfrm>
          <a:prstGeom prst="rightArrow">
            <a:avLst/>
          </a:prstGeom>
          <a:solidFill>
            <a:srgbClr val="A3AED0"/>
          </a:solidFill>
          <a:ln w="12700">
            <a:solidFill>
              <a:srgbClr val="A3AED0"/>
            </a:solidFill>
            <a:prstDash val="solid"/>
          </a:ln>
        </p:spPr>
      </p:sp>
      <p:sp>
        <p:nvSpPr>
          <p:cNvPr id="43" name="anim-5-263"/>
          <p:cNvSpPr/>
          <p:nvPr/>
        </p:nvSpPr>
        <p:spPr>
          <a:xfrm>
            <a:off x="8549640" y="5532120"/>
            <a:ext cx="2697480" cy="384048"/>
          </a:xfrm>
          <a:prstGeom prst="roundRect">
            <a:avLst>
              <a:gd name="adj" fmla="val 50000"/>
            </a:avLst>
          </a:prstGeom>
          <a:solidFill>
            <a:srgbClr val="1B1B38"/>
          </a:solidFill>
          <a:ln w="12700">
            <a:solidFill>
              <a:srgbClr val="34345E"/>
            </a:solidFill>
            <a:prstDash val="solid"/>
          </a:ln>
        </p:spPr>
      </p:sp>
      <p:sp>
        <p:nvSpPr>
          <p:cNvPr id="44" name="anim-5-264"/>
          <p:cNvSpPr txBox="1"/>
          <p:nvPr/>
        </p:nvSpPr>
        <p:spPr>
          <a:xfrm>
            <a:off x="8549640" y="5532120"/>
            <a:ext cx="2697480" cy="384048"/>
          </a:xfrm>
          <a:prstGeom prst="rect">
            <a:avLst/>
          </a:prstGeom>
          <a:noFill/>
          <a:ln/>
        </p:spPr>
        <p:txBody>
          <a:bodyPr wrap="square" lIns="0" tIns="0" rIns="0" bIns="0"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Live at the Vercel address</a:t>
            </a:r>
            <a:endParaRPr lang="en-US" sz="1400" dirty="0"/>
          </a:p>
        </p:txBody>
      </p:sp>
      <p:sp>
        <p:nvSpPr>
          <p:cNvPr id="25" name="s10 Slide Number Placeholder 0"/>
          <p:cNvSpPr>
            <a:spLocks noGrp="1"/>
          </p:cNvSpPr>
          <p:nvPr>
            <p:ph type="sldNum" sz="quarter" idx="4294967295"/>
          </p:nvPr>
        </p:nvSpPr>
        <p:spPr>
          <a:xfrm>
            <a:off x="1106424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ED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decel="100000" fill="hold"/>
                                        <p:tgtEl>
                                          <p:spTgt spid="4"/>
                                        </p:tgtEl>
                                        <p:attrNameLst>
                                          <p:attrName>ppt_x</p:attrName>
                                        </p:attrNameLst>
                                      </p:cBhvr>
                                      <p:tavLst>
                                        <p:tav tm="0">
                                          <p:val>
                                            <p:strVal val="#ppt_x"/>
                                          </p:val>
                                        </p:tav>
                                        <p:tav tm="100000">
                                          <p:val>
                                            <p:strVal val="#ppt_x"/>
                                          </p:val>
                                        </p:tav>
                                      </p:tavLst>
                                    </p:anim>
                                    <p:anim calcmode="lin" valueType="num">
                                      <p:cBhvr>
                                        <p:cTn id="9" dur="550" decel="100000" fill="hold"/>
                                        <p:tgtEl>
                                          <p:spTgt spid="4"/>
                                        </p:tgtEl>
                                        <p:attrNameLst>
                                          <p:attrName>ppt_y</p:attrName>
                                        </p:attrNameLst>
                                      </p:cBhvr>
                                      <p:tavLst>
                                        <p:tav tm="0">
                                          <p:val>
                                            <p:strVal val="#ppt_y+.035"/>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decel="100000" fill="hold"/>
                                        <p:tgtEl>
                                          <p:spTgt spid="5"/>
                                        </p:tgtEl>
                                        <p:attrNameLst>
                                          <p:attrName>ppt_x</p:attrName>
                                        </p:attrNameLst>
                                      </p:cBhvr>
                                      <p:tavLst>
                                        <p:tav tm="0">
                                          <p:val>
                                            <p:strVal val="#ppt_x"/>
                                          </p:val>
                                        </p:tav>
                                        <p:tav tm="100000">
                                          <p:val>
                                            <p:strVal val="#ppt_x"/>
                                          </p:val>
                                        </p:tav>
                                      </p:tavLst>
                                    </p:anim>
                                    <p:anim calcmode="lin" valueType="num">
                                      <p:cBhvr>
                                        <p:cTn id="14" dur="550" decel="100000" fill="hold"/>
                                        <p:tgtEl>
                                          <p:spTgt spid="5"/>
                                        </p:tgtEl>
                                        <p:attrNameLst>
                                          <p:attrName>ppt_y</p:attrName>
                                        </p:attrNameLst>
                                      </p:cBhvr>
                                      <p:tavLst>
                                        <p:tav tm="0">
                                          <p:val>
                                            <p:strVal val="#ppt_y+.035"/>
                                          </p:val>
                                        </p:tav>
                                        <p:tav tm="100000">
                                          <p:val>
                                            <p:strVal val="#ppt_y"/>
                                          </p:val>
                                        </p:tav>
                                      </p:tavLst>
                                    </p:anim>
                                  </p:childTnLst>
                                </p:cTn>
                              </p:par>
                              <p:par>
                                <p:cTn id="15" presetID="42" presetClass="entr" presetSubtype="0" fill="hold" grpId="0" nodeType="withEffect">
                                  <p:stCondLst>
                                    <p:cond delay="2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decel="100000" fill="hold"/>
                                        <p:tgtEl>
                                          <p:spTgt spid="6"/>
                                        </p:tgtEl>
                                        <p:attrNameLst>
                                          <p:attrName>ppt_x</p:attrName>
                                        </p:attrNameLst>
                                      </p:cBhvr>
                                      <p:tavLst>
                                        <p:tav tm="0">
                                          <p:val>
                                            <p:strVal val="#ppt_x"/>
                                          </p:val>
                                        </p:tav>
                                        <p:tav tm="100000">
                                          <p:val>
                                            <p:strVal val="#ppt_x"/>
                                          </p:val>
                                        </p:tav>
                                      </p:tavLst>
                                    </p:anim>
                                    <p:anim calcmode="lin" valueType="num">
                                      <p:cBhvr>
                                        <p:cTn id="19" dur="550" decel="100000" fill="hold"/>
                                        <p:tgtEl>
                                          <p:spTgt spid="6"/>
                                        </p:tgtEl>
                                        <p:attrNameLst>
                                          <p:attrName>ppt_y</p:attrName>
                                        </p:attrNameLst>
                                      </p:cBhvr>
                                      <p:tavLst>
                                        <p:tav tm="0">
                                          <p:val>
                                            <p:strVal val="#ppt_y+.035"/>
                                          </p:val>
                                        </p:tav>
                                        <p:tav tm="100000">
                                          <p:val>
                                            <p:strVal val="#ppt_y"/>
                                          </p:val>
                                        </p:tav>
                                      </p:tavLst>
                                    </p:anim>
                                  </p:childTnLst>
                                </p:cTn>
                              </p:par>
                              <p:par>
                                <p:cTn id="20" presetID="42" presetClass="entr" presetSubtype="0" fill="hold" grpId="0" nodeType="withEffect">
                                  <p:stCondLst>
                                    <p:cond delay="2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decel="100000" fill="hold"/>
                                        <p:tgtEl>
                                          <p:spTgt spid="7"/>
                                        </p:tgtEl>
                                        <p:attrNameLst>
                                          <p:attrName>ppt_x</p:attrName>
                                        </p:attrNameLst>
                                      </p:cBhvr>
                                      <p:tavLst>
                                        <p:tav tm="0">
                                          <p:val>
                                            <p:strVal val="#ppt_x"/>
                                          </p:val>
                                        </p:tav>
                                        <p:tav tm="100000">
                                          <p:val>
                                            <p:strVal val="#ppt_x"/>
                                          </p:val>
                                        </p:tav>
                                      </p:tavLst>
                                    </p:anim>
                                    <p:anim calcmode="lin" valueType="num">
                                      <p:cBhvr>
                                        <p:cTn id="24" dur="550" decel="100000" fill="hold"/>
                                        <p:tgtEl>
                                          <p:spTgt spid="7"/>
                                        </p:tgtEl>
                                        <p:attrNameLst>
                                          <p:attrName>ppt_y</p:attrName>
                                        </p:attrNameLst>
                                      </p:cBhvr>
                                      <p:tavLst>
                                        <p:tav tm="0">
                                          <p:val>
                                            <p:strVal val="#ppt_y+.035"/>
                                          </p:val>
                                        </p:tav>
                                        <p:tav tm="100000">
                                          <p:val>
                                            <p:strVal val="#ppt_y"/>
                                          </p:val>
                                        </p:tav>
                                      </p:tavLst>
                                    </p:anim>
                                  </p:childTnLst>
                                </p:cTn>
                              </p:par>
                              <p:par>
                                <p:cTn id="25" presetID="42" presetClass="entr" presetSubtype="0" fill="hold" grpId="0" nodeType="withEffect">
                                  <p:stCondLst>
                                    <p:cond delay="25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decel="100000" fill="hold"/>
                                        <p:tgtEl>
                                          <p:spTgt spid="8"/>
                                        </p:tgtEl>
                                        <p:attrNameLst>
                                          <p:attrName>ppt_x</p:attrName>
                                        </p:attrNameLst>
                                      </p:cBhvr>
                                      <p:tavLst>
                                        <p:tav tm="0">
                                          <p:val>
                                            <p:strVal val="#ppt_x"/>
                                          </p:val>
                                        </p:tav>
                                        <p:tav tm="100000">
                                          <p:val>
                                            <p:strVal val="#ppt_x"/>
                                          </p:val>
                                        </p:tav>
                                      </p:tavLst>
                                    </p:anim>
                                    <p:anim calcmode="lin" valueType="num">
                                      <p:cBhvr>
                                        <p:cTn id="29" dur="550" decel="100000" fill="hold"/>
                                        <p:tgtEl>
                                          <p:spTgt spid="8"/>
                                        </p:tgtEl>
                                        <p:attrNameLst>
                                          <p:attrName>ppt_y</p:attrName>
                                        </p:attrNameLst>
                                      </p:cBhvr>
                                      <p:tavLst>
                                        <p:tav tm="0">
                                          <p:val>
                                            <p:strVal val="#ppt_y+.035"/>
                                          </p:val>
                                        </p:tav>
                                        <p:tav tm="100000">
                                          <p:val>
                                            <p:strVal val="#ppt_y"/>
                                          </p:val>
                                        </p:tav>
                                      </p:tavLst>
                                    </p:anim>
                                  </p:childTnLst>
                                </p:cTn>
                              </p:par>
                              <p:par>
                                <p:cTn id="30" presetID="42" presetClass="entr" presetSubtype="0" fill="hold" grpId="0" nodeType="withEffect">
                                  <p:stCondLst>
                                    <p:cond delay="25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p:cTn id="33" dur="550" decel="100000" fill="hold"/>
                                        <p:tgtEl>
                                          <p:spTgt spid="9"/>
                                        </p:tgtEl>
                                        <p:attrNameLst>
                                          <p:attrName>ppt_x</p:attrName>
                                        </p:attrNameLst>
                                      </p:cBhvr>
                                      <p:tavLst>
                                        <p:tav tm="0">
                                          <p:val>
                                            <p:strVal val="#ppt_x"/>
                                          </p:val>
                                        </p:tav>
                                        <p:tav tm="100000">
                                          <p:val>
                                            <p:strVal val="#ppt_x"/>
                                          </p:val>
                                        </p:tav>
                                      </p:tavLst>
                                    </p:anim>
                                    <p:anim calcmode="lin" valueType="num">
                                      <p:cBhvr>
                                        <p:cTn id="34" dur="550" decel="100000" fill="hold"/>
                                        <p:tgtEl>
                                          <p:spTgt spid="9"/>
                                        </p:tgtEl>
                                        <p:attrNameLst>
                                          <p:attrName>ppt_y</p:attrName>
                                        </p:attrNameLst>
                                      </p:cBhvr>
                                      <p:tavLst>
                                        <p:tav tm="0">
                                          <p:val>
                                            <p:strVal val="#ppt_y+.035"/>
                                          </p:val>
                                        </p:tav>
                                        <p:tav tm="100000">
                                          <p:val>
                                            <p:strVal val="#ppt_y"/>
                                          </p:val>
                                        </p:tav>
                                      </p:tavLst>
                                    </p:anim>
                                  </p:childTnLst>
                                </p:cTn>
                              </p:par>
                              <p:par>
                                <p:cTn id="35" presetID="42" presetClass="entr" presetSubtype="0" fill="hold" grpId="0" nodeType="withEffect">
                                  <p:stCondLst>
                                    <p:cond delay="25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p:cTn id="38" dur="550" decel="100000" fill="hold"/>
                                        <p:tgtEl>
                                          <p:spTgt spid="10"/>
                                        </p:tgtEl>
                                        <p:attrNameLst>
                                          <p:attrName>ppt_x</p:attrName>
                                        </p:attrNameLst>
                                      </p:cBhvr>
                                      <p:tavLst>
                                        <p:tav tm="0">
                                          <p:val>
                                            <p:strVal val="#ppt_x"/>
                                          </p:val>
                                        </p:tav>
                                        <p:tav tm="100000">
                                          <p:val>
                                            <p:strVal val="#ppt_x"/>
                                          </p:val>
                                        </p:tav>
                                      </p:tavLst>
                                    </p:anim>
                                    <p:anim calcmode="lin" valueType="num">
                                      <p:cBhvr>
                                        <p:cTn id="39" dur="550" decel="100000" fill="hold"/>
                                        <p:tgtEl>
                                          <p:spTgt spid="10"/>
                                        </p:tgtEl>
                                        <p:attrNameLst>
                                          <p:attrName>ppt_y</p:attrName>
                                        </p:attrNameLst>
                                      </p:cBhvr>
                                      <p:tavLst>
                                        <p:tav tm="0">
                                          <p:val>
                                            <p:strVal val="#ppt_y+.035"/>
                                          </p:val>
                                        </p:tav>
                                        <p:tav tm="100000">
                                          <p:val>
                                            <p:strVal val="#ppt_y"/>
                                          </p:val>
                                        </p:tav>
                                      </p:tavLst>
                                    </p:anim>
                                  </p:childTnLst>
                                </p:cTn>
                              </p:par>
                              <p:par>
                                <p:cTn id="40" presetID="42" presetClass="entr" presetSubtype="0" fill="hold" grpId="0" nodeType="withEffect">
                                  <p:stCondLst>
                                    <p:cond delay="25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p:cTn id="43" dur="550" decel="100000" fill="hold"/>
                                        <p:tgtEl>
                                          <p:spTgt spid="11"/>
                                        </p:tgtEl>
                                        <p:attrNameLst>
                                          <p:attrName>ppt_x</p:attrName>
                                        </p:attrNameLst>
                                      </p:cBhvr>
                                      <p:tavLst>
                                        <p:tav tm="0">
                                          <p:val>
                                            <p:strVal val="#ppt_x"/>
                                          </p:val>
                                        </p:tav>
                                        <p:tav tm="100000">
                                          <p:val>
                                            <p:strVal val="#ppt_x"/>
                                          </p:val>
                                        </p:tav>
                                      </p:tavLst>
                                    </p:anim>
                                    <p:anim calcmode="lin" valueType="num">
                                      <p:cBhvr>
                                        <p:cTn id="44" dur="550" decel="100000" fill="hold"/>
                                        <p:tgtEl>
                                          <p:spTgt spid="11"/>
                                        </p:tgtEl>
                                        <p:attrNameLst>
                                          <p:attrName>ppt_y</p:attrName>
                                        </p:attrNameLst>
                                      </p:cBhvr>
                                      <p:tavLst>
                                        <p:tav tm="0">
                                          <p:val>
                                            <p:strVal val="#ppt_y+.035"/>
                                          </p:val>
                                        </p:tav>
                                        <p:tav tm="100000">
                                          <p:val>
                                            <p:strVal val="#ppt_y"/>
                                          </p:val>
                                        </p:tav>
                                      </p:tavLst>
                                    </p:anim>
                                  </p:childTnLst>
                                </p:cTn>
                              </p:par>
                              <p:par>
                                <p:cTn id="45" presetID="42" presetClass="entr" presetSubtype="0" fill="hold" grpId="0" nodeType="withEffect">
                                  <p:stCondLst>
                                    <p:cond delay="25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p:cTn id="48" dur="550" decel="100000" fill="hold"/>
                                        <p:tgtEl>
                                          <p:spTgt spid="12"/>
                                        </p:tgtEl>
                                        <p:attrNameLst>
                                          <p:attrName>ppt_x</p:attrName>
                                        </p:attrNameLst>
                                      </p:cBhvr>
                                      <p:tavLst>
                                        <p:tav tm="0">
                                          <p:val>
                                            <p:strVal val="#ppt_x"/>
                                          </p:val>
                                        </p:tav>
                                        <p:tav tm="100000">
                                          <p:val>
                                            <p:strVal val="#ppt_x"/>
                                          </p:val>
                                        </p:tav>
                                      </p:tavLst>
                                    </p:anim>
                                    <p:anim calcmode="lin" valueType="num">
                                      <p:cBhvr>
                                        <p:cTn id="49" dur="550" decel="100000" fill="hold"/>
                                        <p:tgtEl>
                                          <p:spTgt spid="12"/>
                                        </p:tgtEl>
                                        <p:attrNameLst>
                                          <p:attrName>ppt_y</p:attrName>
                                        </p:attrNameLst>
                                      </p:cBhvr>
                                      <p:tavLst>
                                        <p:tav tm="0">
                                          <p:val>
                                            <p:strVal val="#ppt_y+.035"/>
                                          </p:val>
                                        </p:tav>
                                        <p:tav tm="100000">
                                          <p:val>
                                            <p:strVal val="#ppt_y"/>
                                          </p:val>
                                        </p:tav>
                                      </p:tavLst>
                                    </p:anim>
                                  </p:childTnLst>
                                </p:cTn>
                              </p:par>
                              <p:par>
                                <p:cTn id="50" presetID="42" presetClass="entr" presetSubtype="0" fill="hold" grpId="0" nodeType="withEffect">
                                  <p:stCondLst>
                                    <p:cond delay="25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p:cTn id="53" dur="550" decel="100000" fill="hold"/>
                                        <p:tgtEl>
                                          <p:spTgt spid="13"/>
                                        </p:tgtEl>
                                        <p:attrNameLst>
                                          <p:attrName>ppt_x</p:attrName>
                                        </p:attrNameLst>
                                      </p:cBhvr>
                                      <p:tavLst>
                                        <p:tav tm="0">
                                          <p:val>
                                            <p:strVal val="#ppt_x"/>
                                          </p:val>
                                        </p:tav>
                                        <p:tav tm="100000">
                                          <p:val>
                                            <p:strVal val="#ppt_x"/>
                                          </p:val>
                                        </p:tav>
                                      </p:tavLst>
                                    </p:anim>
                                    <p:anim calcmode="lin" valueType="num">
                                      <p:cBhvr>
                                        <p:cTn id="54" dur="550" decel="100000" fill="hold"/>
                                        <p:tgtEl>
                                          <p:spTgt spid="13"/>
                                        </p:tgtEl>
                                        <p:attrNameLst>
                                          <p:attrName>ppt_y</p:attrName>
                                        </p:attrNameLst>
                                      </p:cBhvr>
                                      <p:tavLst>
                                        <p:tav tm="0">
                                          <p:val>
                                            <p:strVal val="#ppt_y+.035"/>
                                          </p:val>
                                        </p:tav>
                                        <p:tav tm="100000">
                                          <p:val>
                                            <p:strVal val="#ppt_y"/>
                                          </p:val>
                                        </p:tav>
                                      </p:tavLst>
                                    </p:anim>
                                  </p:childTnLst>
                                </p:cTn>
                              </p:par>
                              <p:par>
                                <p:cTn id="55" presetID="42" presetClass="entr" presetSubtype="0" fill="hold" grpId="0" nodeType="withEffect">
                                  <p:stCondLst>
                                    <p:cond delay="47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p:cTn id="58" dur="550" decel="100000" fill="hold"/>
                                        <p:tgtEl>
                                          <p:spTgt spid="14"/>
                                        </p:tgtEl>
                                        <p:attrNameLst>
                                          <p:attrName>ppt_x</p:attrName>
                                        </p:attrNameLst>
                                      </p:cBhvr>
                                      <p:tavLst>
                                        <p:tav tm="0">
                                          <p:val>
                                            <p:strVal val="#ppt_x"/>
                                          </p:val>
                                        </p:tav>
                                        <p:tav tm="100000">
                                          <p:val>
                                            <p:strVal val="#ppt_x"/>
                                          </p:val>
                                        </p:tav>
                                      </p:tavLst>
                                    </p:anim>
                                    <p:anim calcmode="lin" valueType="num">
                                      <p:cBhvr>
                                        <p:cTn id="59" dur="550" decel="100000" fill="hold"/>
                                        <p:tgtEl>
                                          <p:spTgt spid="14"/>
                                        </p:tgtEl>
                                        <p:attrNameLst>
                                          <p:attrName>ppt_y</p:attrName>
                                        </p:attrNameLst>
                                      </p:cBhvr>
                                      <p:tavLst>
                                        <p:tav tm="0">
                                          <p:val>
                                            <p:strVal val="#ppt_y+.035"/>
                                          </p:val>
                                        </p:tav>
                                        <p:tav tm="100000">
                                          <p:val>
                                            <p:strVal val="#ppt_y"/>
                                          </p:val>
                                        </p:tav>
                                      </p:tavLst>
                                    </p:anim>
                                  </p:childTnLst>
                                </p:cTn>
                              </p:par>
                              <p:par>
                                <p:cTn id="60" presetID="42" presetClass="entr" presetSubtype="0" fill="hold" grpId="0" nodeType="withEffect">
                                  <p:stCondLst>
                                    <p:cond delay="47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p:cTn id="63" dur="550" decel="100000" fill="hold"/>
                                        <p:tgtEl>
                                          <p:spTgt spid="15"/>
                                        </p:tgtEl>
                                        <p:attrNameLst>
                                          <p:attrName>ppt_x</p:attrName>
                                        </p:attrNameLst>
                                      </p:cBhvr>
                                      <p:tavLst>
                                        <p:tav tm="0">
                                          <p:val>
                                            <p:strVal val="#ppt_x"/>
                                          </p:val>
                                        </p:tav>
                                        <p:tav tm="100000">
                                          <p:val>
                                            <p:strVal val="#ppt_x"/>
                                          </p:val>
                                        </p:tav>
                                      </p:tavLst>
                                    </p:anim>
                                    <p:anim calcmode="lin" valueType="num">
                                      <p:cBhvr>
                                        <p:cTn id="64" dur="550" decel="100000" fill="hold"/>
                                        <p:tgtEl>
                                          <p:spTgt spid="15"/>
                                        </p:tgtEl>
                                        <p:attrNameLst>
                                          <p:attrName>ppt_y</p:attrName>
                                        </p:attrNameLst>
                                      </p:cBhvr>
                                      <p:tavLst>
                                        <p:tav tm="0">
                                          <p:val>
                                            <p:strVal val="#ppt_y+.035"/>
                                          </p:val>
                                        </p:tav>
                                        <p:tav tm="100000">
                                          <p:val>
                                            <p:strVal val="#ppt_y"/>
                                          </p:val>
                                        </p:tav>
                                      </p:tavLst>
                                    </p:anim>
                                  </p:childTnLst>
                                </p:cTn>
                              </p:par>
                              <p:par>
                                <p:cTn id="65" presetID="42" presetClass="entr" presetSubtype="0" fill="hold" grpId="0" nodeType="withEffect">
                                  <p:stCondLst>
                                    <p:cond delay="47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p:cTn id="68" dur="550" decel="100000" fill="hold"/>
                                        <p:tgtEl>
                                          <p:spTgt spid="16"/>
                                        </p:tgtEl>
                                        <p:attrNameLst>
                                          <p:attrName>ppt_x</p:attrName>
                                        </p:attrNameLst>
                                      </p:cBhvr>
                                      <p:tavLst>
                                        <p:tav tm="0">
                                          <p:val>
                                            <p:strVal val="#ppt_x"/>
                                          </p:val>
                                        </p:tav>
                                        <p:tav tm="100000">
                                          <p:val>
                                            <p:strVal val="#ppt_x"/>
                                          </p:val>
                                        </p:tav>
                                      </p:tavLst>
                                    </p:anim>
                                    <p:anim calcmode="lin" valueType="num">
                                      <p:cBhvr>
                                        <p:cTn id="69" dur="550" decel="100000" fill="hold"/>
                                        <p:tgtEl>
                                          <p:spTgt spid="16"/>
                                        </p:tgtEl>
                                        <p:attrNameLst>
                                          <p:attrName>ppt_y</p:attrName>
                                        </p:attrNameLst>
                                      </p:cBhvr>
                                      <p:tavLst>
                                        <p:tav tm="0">
                                          <p:val>
                                            <p:strVal val="#ppt_y+.035"/>
                                          </p:val>
                                        </p:tav>
                                        <p:tav tm="100000">
                                          <p:val>
                                            <p:strVal val="#ppt_y"/>
                                          </p:val>
                                        </p:tav>
                                      </p:tavLst>
                                    </p:anim>
                                  </p:childTnLst>
                                </p:cTn>
                              </p:par>
                              <p:par>
                                <p:cTn id="70" presetID="42" presetClass="entr" presetSubtype="0" fill="hold" grpId="0" nodeType="withEffect">
                                  <p:stCondLst>
                                    <p:cond delay="47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50"/>
                                        <p:tgtEl>
                                          <p:spTgt spid="17"/>
                                        </p:tgtEl>
                                      </p:cBhvr>
                                    </p:animEffect>
                                    <p:anim calcmode="lin" valueType="num">
                                      <p:cBhvr>
                                        <p:cTn id="73" dur="550" decel="100000" fill="hold"/>
                                        <p:tgtEl>
                                          <p:spTgt spid="17"/>
                                        </p:tgtEl>
                                        <p:attrNameLst>
                                          <p:attrName>ppt_x</p:attrName>
                                        </p:attrNameLst>
                                      </p:cBhvr>
                                      <p:tavLst>
                                        <p:tav tm="0">
                                          <p:val>
                                            <p:strVal val="#ppt_x"/>
                                          </p:val>
                                        </p:tav>
                                        <p:tav tm="100000">
                                          <p:val>
                                            <p:strVal val="#ppt_x"/>
                                          </p:val>
                                        </p:tav>
                                      </p:tavLst>
                                    </p:anim>
                                    <p:anim calcmode="lin" valueType="num">
                                      <p:cBhvr>
                                        <p:cTn id="74" dur="550" decel="100000" fill="hold"/>
                                        <p:tgtEl>
                                          <p:spTgt spid="17"/>
                                        </p:tgtEl>
                                        <p:attrNameLst>
                                          <p:attrName>ppt_y</p:attrName>
                                        </p:attrNameLst>
                                      </p:cBhvr>
                                      <p:tavLst>
                                        <p:tav tm="0">
                                          <p:val>
                                            <p:strVal val="#ppt_y+.035"/>
                                          </p:val>
                                        </p:tav>
                                        <p:tav tm="100000">
                                          <p:val>
                                            <p:strVal val="#ppt_y"/>
                                          </p:val>
                                        </p:tav>
                                      </p:tavLst>
                                    </p:anim>
                                  </p:childTnLst>
                                </p:cTn>
                              </p:par>
                              <p:par>
                                <p:cTn id="75" presetID="42" presetClass="entr" presetSubtype="0" fill="hold" grpId="0" nodeType="withEffect">
                                  <p:stCondLst>
                                    <p:cond delay="47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50"/>
                                        <p:tgtEl>
                                          <p:spTgt spid="18"/>
                                        </p:tgtEl>
                                      </p:cBhvr>
                                    </p:animEffect>
                                    <p:anim calcmode="lin" valueType="num">
                                      <p:cBhvr>
                                        <p:cTn id="78" dur="550" decel="100000" fill="hold"/>
                                        <p:tgtEl>
                                          <p:spTgt spid="18"/>
                                        </p:tgtEl>
                                        <p:attrNameLst>
                                          <p:attrName>ppt_x</p:attrName>
                                        </p:attrNameLst>
                                      </p:cBhvr>
                                      <p:tavLst>
                                        <p:tav tm="0">
                                          <p:val>
                                            <p:strVal val="#ppt_x"/>
                                          </p:val>
                                        </p:tav>
                                        <p:tav tm="100000">
                                          <p:val>
                                            <p:strVal val="#ppt_x"/>
                                          </p:val>
                                        </p:tav>
                                      </p:tavLst>
                                    </p:anim>
                                    <p:anim calcmode="lin" valueType="num">
                                      <p:cBhvr>
                                        <p:cTn id="79" dur="550" decel="100000" fill="hold"/>
                                        <p:tgtEl>
                                          <p:spTgt spid="18"/>
                                        </p:tgtEl>
                                        <p:attrNameLst>
                                          <p:attrName>ppt_y</p:attrName>
                                        </p:attrNameLst>
                                      </p:cBhvr>
                                      <p:tavLst>
                                        <p:tav tm="0">
                                          <p:val>
                                            <p:strVal val="#ppt_y+.035"/>
                                          </p:val>
                                        </p:tav>
                                        <p:tav tm="100000">
                                          <p:val>
                                            <p:strVal val="#ppt_y"/>
                                          </p:val>
                                        </p:tav>
                                      </p:tavLst>
                                    </p:anim>
                                  </p:childTnLst>
                                </p:cTn>
                              </p:par>
                              <p:par>
                                <p:cTn id="80" presetID="42" presetClass="entr" presetSubtype="0" fill="hold" grpId="0" nodeType="withEffect">
                                  <p:stCondLst>
                                    <p:cond delay="47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50"/>
                                        <p:tgtEl>
                                          <p:spTgt spid="19"/>
                                        </p:tgtEl>
                                      </p:cBhvr>
                                    </p:animEffect>
                                    <p:anim calcmode="lin" valueType="num">
                                      <p:cBhvr>
                                        <p:cTn id="83" dur="550" decel="100000" fill="hold"/>
                                        <p:tgtEl>
                                          <p:spTgt spid="19"/>
                                        </p:tgtEl>
                                        <p:attrNameLst>
                                          <p:attrName>ppt_x</p:attrName>
                                        </p:attrNameLst>
                                      </p:cBhvr>
                                      <p:tavLst>
                                        <p:tav tm="0">
                                          <p:val>
                                            <p:strVal val="#ppt_x"/>
                                          </p:val>
                                        </p:tav>
                                        <p:tav tm="100000">
                                          <p:val>
                                            <p:strVal val="#ppt_x"/>
                                          </p:val>
                                        </p:tav>
                                      </p:tavLst>
                                    </p:anim>
                                    <p:anim calcmode="lin" valueType="num">
                                      <p:cBhvr>
                                        <p:cTn id="84" dur="550" decel="100000" fill="hold"/>
                                        <p:tgtEl>
                                          <p:spTgt spid="19"/>
                                        </p:tgtEl>
                                        <p:attrNameLst>
                                          <p:attrName>ppt_y</p:attrName>
                                        </p:attrNameLst>
                                      </p:cBhvr>
                                      <p:tavLst>
                                        <p:tav tm="0">
                                          <p:val>
                                            <p:strVal val="#ppt_y+.035"/>
                                          </p:val>
                                        </p:tav>
                                        <p:tav tm="100000">
                                          <p:val>
                                            <p:strVal val="#ppt_y"/>
                                          </p:val>
                                        </p:tav>
                                      </p:tavLst>
                                    </p:anim>
                                  </p:childTnLst>
                                </p:cTn>
                              </p:par>
                              <p:par>
                                <p:cTn id="85" presetID="42" presetClass="entr" presetSubtype="0" fill="hold" grpId="0" nodeType="withEffect">
                                  <p:stCondLst>
                                    <p:cond delay="47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50"/>
                                        <p:tgtEl>
                                          <p:spTgt spid="20"/>
                                        </p:tgtEl>
                                      </p:cBhvr>
                                    </p:animEffect>
                                    <p:anim calcmode="lin" valueType="num">
                                      <p:cBhvr>
                                        <p:cTn id="88" dur="550" decel="100000" fill="hold"/>
                                        <p:tgtEl>
                                          <p:spTgt spid="20"/>
                                        </p:tgtEl>
                                        <p:attrNameLst>
                                          <p:attrName>ppt_x</p:attrName>
                                        </p:attrNameLst>
                                      </p:cBhvr>
                                      <p:tavLst>
                                        <p:tav tm="0">
                                          <p:val>
                                            <p:strVal val="#ppt_x"/>
                                          </p:val>
                                        </p:tav>
                                        <p:tav tm="100000">
                                          <p:val>
                                            <p:strVal val="#ppt_x"/>
                                          </p:val>
                                        </p:tav>
                                      </p:tavLst>
                                    </p:anim>
                                    <p:anim calcmode="lin" valueType="num">
                                      <p:cBhvr>
                                        <p:cTn id="89" dur="550" decel="100000" fill="hold"/>
                                        <p:tgtEl>
                                          <p:spTgt spid="20"/>
                                        </p:tgtEl>
                                        <p:attrNameLst>
                                          <p:attrName>ppt_y</p:attrName>
                                        </p:attrNameLst>
                                      </p:cBhvr>
                                      <p:tavLst>
                                        <p:tav tm="0">
                                          <p:val>
                                            <p:strVal val="#ppt_y+.035"/>
                                          </p:val>
                                        </p:tav>
                                        <p:tav tm="100000">
                                          <p:val>
                                            <p:strVal val="#ppt_y"/>
                                          </p:val>
                                        </p:tav>
                                      </p:tavLst>
                                    </p:anim>
                                  </p:childTnLst>
                                </p:cTn>
                              </p:par>
                              <p:par>
                                <p:cTn id="90" presetID="42" presetClass="entr" presetSubtype="0" fill="hold" grpId="0" nodeType="withEffect">
                                  <p:stCondLst>
                                    <p:cond delay="47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50"/>
                                        <p:tgtEl>
                                          <p:spTgt spid="21"/>
                                        </p:tgtEl>
                                      </p:cBhvr>
                                    </p:animEffect>
                                    <p:anim calcmode="lin" valueType="num">
                                      <p:cBhvr>
                                        <p:cTn id="93" dur="550" decel="100000" fill="hold"/>
                                        <p:tgtEl>
                                          <p:spTgt spid="21"/>
                                        </p:tgtEl>
                                        <p:attrNameLst>
                                          <p:attrName>ppt_x</p:attrName>
                                        </p:attrNameLst>
                                      </p:cBhvr>
                                      <p:tavLst>
                                        <p:tav tm="0">
                                          <p:val>
                                            <p:strVal val="#ppt_x"/>
                                          </p:val>
                                        </p:tav>
                                        <p:tav tm="100000">
                                          <p:val>
                                            <p:strVal val="#ppt_x"/>
                                          </p:val>
                                        </p:tav>
                                      </p:tavLst>
                                    </p:anim>
                                    <p:anim calcmode="lin" valueType="num">
                                      <p:cBhvr>
                                        <p:cTn id="94" dur="550" decel="100000" fill="hold"/>
                                        <p:tgtEl>
                                          <p:spTgt spid="21"/>
                                        </p:tgtEl>
                                        <p:attrNameLst>
                                          <p:attrName>ppt_y</p:attrName>
                                        </p:attrNameLst>
                                      </p:cBhvr>
                                      <p:tavLst>
                                        <p:tav tm="0">
                                          <p:val>
                                            <p:strVal val="#ppt_y+.035"/>
                                          </p:val>
                                        </p:tav>
                                        <p:tav tm="100000">
                                          <p:val>
                                            <p:strVal val="#ppt_y"/>
                                          </p:val>
                                        </p:tav>
                                      </p:tavLst>
                                    </p:anim>
                                  </p:childTnLst>
                                </p:cTn>
                              </p:par>
                              <p:par>
                                <p:cTn id="95" presetID="42" presetClass="entr" presetSubtype="0" fill="hold" grpId="0" nodeType="withEffect">
                                  <p:stCondLst>
                                    <p:cond delay="47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50"/>
                                        <p:tgtEl>
                                          <p:spTgt spid="22"/>
                                        </p:tgtEl>
                                      </p:cBhvr>
                                    </p:animEffect>
                                    <p:anim calcmode="lin" valueType="num">
                                      <p:cBhvr>
                                        <p:cTn id="98" dur="550" decel="100000" fill="hold"/>
                                        <p:tgtEl>
                                          <p:spTgt spid="22"/>
                                        </p:tgtEl>
                                        <p:attrNameLst>
                                          <p:attrName>ppt_x</p:attrName>
                                        </p:attrNameLst>
                                      </p:cBhvr>
                                      <p:tavLst>
                                        <p:tav tm="0">
                                          <p:val>
                                            <p:strVal val="#ppt_x"/>
                                          </p:val>
                                        </p:tav>
                                        <p:tav tm="100000">
                                          <p:val>
                                            <p:strVal val="#ppt_x"/>
                                          </p:val>
                                        </p:tav>
                                      </p:tavLst>
                                    </p:anim>
                                    <p:anim calcmode="lin" valueType="num">
                                      <p:cBhvr>
                                        <p:cTn id="99" dur="550" decel="100000" fill="hold"/>
                                        <p:tgtEl>
                                          <p:spTgt spid="22"/>
                                        </p:tgtEl>
                                        <p:attrNameLst>
                                          <p:attrName>ppt_y</p:attrName>
                                        </p:attrNameLst>
                                      </p:cBhvr>
                                      <p:tavLst>
                                        <p:tav tm="0">
                                          <p:val>
                                            <p:strVal val="#ppt_y+.035"/>
                                          </p:val>
                                        </p:tav>
                                        <p:tav tm="100000">
                                          <p:val>
                                            <p:strVal val="#ppt_y"/>
                                          </p:val>
                                        </p:tav>
                                      </p:tavLst>
                                    </p:anim>
                                  </p:childTnLst>
                                </p:cTn>
                              </p:par>
                              <p:par>
                                <p:cTn id="100" presetID="42" presetClass="entr" presetSubtype="0" fill="hold" grpId="0" nodeType="withEffect">
                                  <p:stCondLst>
                                    <p:cond delay="47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50"/>
                                        <p:tgtEl>
                                          <p:spTgt spid="23"/>
                                        </p:tgtEl>
                                      </p:cBhvr>
                                    </p:animEffect>
                                    <p:anim calcmode="lin" valueType="num">
                                      <p:cBhvr>
                                        <p:cTn id="103" dur="550" decel="100000" fill="hold"/>
                                        <p:tgtEl>
                                          <p:spTgt spid="23"/>
                                        </p:tgtEl>
                                        <p:attrNameLst>
                                          <p:attrName>ppt_x</p:attrName>
                                        </p:attrNameLst>
                                      </p:cBhvr>
                                      <p:tavLst>
                                        <p:tav tm="0">
                                          <p:val>
                                            <p:strVal val="#ppt_x"/>
                                          </p:val>
                                        </p:tav>
                                        <p:tav tm="100000">
                                          <p:val>
                                            <p:strVal val="#ppt_x"/>
                                          </p:val>
                                        </p:tav>
                                      </p:tavLst>
                                    </p:anim>
                                    <p:anim calcmode="lin" valueType="num">
                                      <p:cBhvr>
                                        <p:cTn id="104" dur="550" decel="100000" fill="hold"/>
                                        <p:tgtEl>
                                          <p:spTgt spid="23"/>
                                        </p:tgtEl>
                                        <p:attrNameLst>
                                          <p:attrName>ppt_y</p:attrName>
                                        </p:attrNameLst>
                                      </p:cBhvr>
                                      <p:tavLst>
                                        <p:tav tm="0">
                                          <p:val>
                                            <p:strVal val="#ppt_y+.035"/>
                                          </p:val>
                                        </p:tav>
                                        <p:tav tm="100000">
                                          <p:val>
                                            <p:strVal val="#ppt_y"/>
                                          </p:val>
                                        </p:tav>
                                      </p:tavLst>
                                    </p:anim>
                                  </p:childTnLst>
                                </p:cTn>
                              </p:par>
                              <p:par>
                                <p:cTn id="105" presetID="42" presetClass="entr" presetSubtype="0" fill="hold" grpId="0" nodeType="withEffect">
                                  <p:stCondLst>
                                    <p:cond delay="69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50"/>
                                        <p:tgtEl>
                                          <p:spTgt spid="24"/>
                                        </p:tgtEl>
                                      </p:cBhvr>
                                    </p:animEffect>
                                    <p:anim calcmode="lin" valueType="num">
                                      <p:cBhvr>
                                        <p:cTn id="108" dur="550" decel="100000" fill="hold"/>
                                        <p:tgtEl>
                                          <p:spTgt spid="24"/>
                                        </p:tgtEl>
                                        <p:attrNameLst>
                                          <p:attrName>ppt_x</p:attrName>
                                        </p:attrNameLst>
                                      </p:cBhvr>
                                      <p:tavLst>
                                        <p:tav tm="0">
                                          <p:val>
                                            <p:strVal val="#ppt_x"/>
                                          </p:val>
                                        </p:tav>
                                        <p:tav tm="100000">
                                          <p:val>
                                            <p:strVal val="#ppt_x"/>
                                          </p:val>
                                        </p:tav>
                                      </p:tavLst>
                                    </p:anim>
                                    <p:anim calcmode="lin" valueType="num">
                                      <p:cBhvr>
                                        <p:cTn id="109" dur="550" decel="100000" fill="hold"/>
                                        <p:tgtEl>
                                          <p:spTgt spid="24"/>
                                        </p:tgtEl>
                                        <p:attrNameLst>
                                          <p:attrName>ppt_y</p:attrName>
                                        </p:attrNameLst>
                                      </p:cBhvr>
                                      <p:tavLst>
                                        <p:tav tm="0">
                                          <p:val>
                                            <p:strVal val="#ppt_y+.035"/>
                                          </p:val>
                                        </p:tav>
                                        <p:tav tm="100000">
                                          <p:val>
                                            <p:strVal val="#ppt_y"/>
                                          </p:val>
                                        </p:tav>
                                      </p:tavLst>
                                    </p:anim>
                                  </p:childTnLst>
                                </p:cTn>
                              </p:par>
                              <p:par>
                                <p:cTn id="110" presetID="42" presetClass="entr" presetSubtype="0" fill="hold" grpId="0" nodeType="withEffect">
                                  <p:stCondLst>
                                    <p:cond delay="69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50"/>
                                        <p:tgtEl>
                                          <p:spTgt spid="25"/>
                                        </p:tgtEl>
                                      </p:cBhvr>
                                    </p:animEffect>
                                    <p:anim calcmode="lin" valueType="num">
                                      <p:cBhvr>
                                        <p:cTn id="113" dur="550" decel="100000" fill="hold"/>
                                        <p:tgtEl>
                                          <p:spTgt spid="25"/>
                                        </p:tgtEl>
                                        <p:attrNameLst>
                                          <p:attrName>ppt_x</p:attrName>
                                        </p:attrNameLst>
                                      </p:cBhvr>
                                      <p:tavLst>
                                        <p:tav tm="0">
                                          <p:val>
                                            <p:strVal val="#ppt_x"/>
                                          </p:val>
                                        </p:tav>
                                        <p:tav tm="100000">
                                          <p:val>
                                            <p:strVal val="#ppt_x"/>
                                          </p:val>
                                        </p:tav>
                                      </p:tavLst>
                                    </p:anim>
                                    <p:anim calcmode="lin" valueType="num">
                                      <p:cBhvr>
                                        <p:cTn id="114" dur="550" decel="100000" fill="hold"/>
                                        <p:tgtEl>
                                          <p:spTgt spid="25"/>
                                        </p:tgtEl>
                                        <p:attrNameLst>
                                          <p:attrName>ppt_y</p:attrName>
                                        </p:attrNameLst>
                                      </p:cBhvr>
                                      <p:tavLst>
                                        <p:tav tm="0">
                                          <p:val>
                                            <p:strVal val="#ppt_y+.035"/>
                                          </p:val>
                                        </p:tav>
                                        <p:tav tm="100000">
                                          <p:val>
                                            <p:strVal val="#ppt_y"/>
                                          </p:val>
                                        </p:tav>
                                      </p:tavLst>
                                    </p:anim>
                                  </p:childTnLst>
                                </p:cTn>
                              </p:par>
                              <p:par>
                                <p:cTn id="115" presetID="42" presetClass="entr" presetSubtype="0" fill="hold" grpId="0" nodeType="withEffect">
                                  <p:stCondLst>
                                    <p:cond delay="69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50"/>
                                        <p:tgtEl>
                                          <p:spTgt spid="26"/>
                                        </p:tgtEl>
                                      </p:cBhvr>
                                    </p:animEffect>
                                    <p:anim calcmode="lin" valueType="num">
                                      <p:cBhvr>
                                        <p:cTn id="118" dur="550" decel="100000" fill="hold"/>
                                        <p:tgtEl>
                                          <p:spTgt spid="26"/>
                                        </p:tgtEl>
                                        <p:attrNameLst>
                                          <p:attrName>ppt_x</p:attrName>
                                        </p:attrNameLst>
                                      </p:cBhvr>
                                      <p:tavLst>
                                        <p:tav tm="0">
                                          <p:val>
                                            <p:strVal val="#ppt_x"/>
                                          </p:val>
                                        </p:tav>
                                        <p:tav tm="100000">
                                          <p:val>
                                            <p:strVal val="#ppt_x"/>
                                          </p:val>
                                        </p:tav>
                                      </p:tavLst>
                                    </p:anim>
                                    <p:anim calcmode="lin" valueType="num">
                                      <p:cBhvr>
                                        <p:cTn id="119" dur="550" decel="100000" fill="hold"/>
                                        <p:tgtEl>
                                          <p:spTgt spid="26"/>
                                        </p:tgtEl>
                                        <p:attrNameLst>
                                          <p:attrName>ppt_y</p:attrName>
                                        </p:attrNameLst>
                                      </p:cBhvr>
                                      <p:tavLst>
                                        <p:tav tm="0">
                                          <p:val>
                                            <p:strVal val="#ppt_y+.035"/>
                                          </p:val>
                                        </p:tav>
                                        <p:tav tm="100000">
                                          <p:val>
                                            <p:strVal val="#ppt_y"/>
                                          </p:val>
                                        </p:tav>
                                      </p:tavLst>
                                    </p:anim>
                                  </p:childTnLst>
                                </p:cTn>
                              </p:par>
                              <p:par>
                                <p:cTn id="120" presetID="42" presetClass="entr" presetSubtype="0" fill="hold" grpId="0" nodeType="withEffect">
                                  <p:stCondLst>
                                    <p:cond delay="91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50"/>
                                        <p:tgtEl>
                                          <p:spTgt spid="27"/>
                                        </p:tgtEl>
                                      </p:cBhvr>
                                    </p:animEffect>
                                    <p:anim calcmode="lin" valueType="num">
                                      <p:cBhvr>
                                        <p:cTn id="123" dur="550" decel="100000" fill="hold"/>
                                        <p:tgtEl>
                                          <p:spTgt spid="27"/>
                                        </p:tgtEl>
                                        <p:attrNameLst>
                                          <p:attrName>ppt_x</p:attrName>
                                        </p:attrNameLst>
                                      </p:cBhvr>
                                      <p:tavLst>
                                        <p:tav tm="0">
                                          <p:val>
                                            <p:strVal val="#ppt_x"/>
                                          </p:val>
                                        </p:tav>
                                        <p:tav tm="100000">
                                          <p:val>
                                            <p:strVal val="#ppt_x"/>
                                          </p:val>
                                        </p:tav>
                                      </p:tavLst>
                                    </p:anim>
                                    <p:anim calcmode="lin" valueType="num">
                                      <p:cBhvr>
                                        <p:cTn id="124" dur="550" decel="100000" fill="hold"/>
                                        <p:tgtEl>
                                          <p:spTgt spid="27"/>
                                        </p:tgtEl>
                                        <p:attrNameLst>
                                          <p:attrName>ppt_y</p:attrName>
                                        </p:attrNameLst>
                                      </p:cBhvr>
                                      <p:tavLst>
                                        <p:tav tm="0">
                                          <p:val>
                                            <p:strVal val="#ppt_y+.035"/>
                                          </p:val>
                                        </p:tav>
                                        <p:tav tm="100000">
                                          <p:val>
                                            <p:strVal val="#ppt_y"/>
                                          </p:val>
                                        </p:tav>
                                      </p:tavLst>
                                    </p:anim>
                                  </p:childTnLst>
                                </p:cTn>
                              </p:par>
                              <p:par>
                                <p:cTn id="125" presetID="42" presetClass="entr" presetSubtype="0" fill="hold" grpId="0" nodeType="withEffect">
                                  <p:stCondLst>
                                    <p:cond delay="91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50"/>
                                        <p:tgtEl>
                                          <p:spTgt spid="28"/>
                                        </p:tgtEl>
                                      </p:cBhvr>
                                    </p:animEffect>
                                    <p:anim calcmode="lin" valueType="num">
                                      <p:cBhvr>
                                        <p:cTn id="128" dur="550" decel="100000" fill="hold"/>
                                        <p:tgtEl>
                                          <p:spTgt spid="28"/>
                                        </p:tgtEl>
                                        <p:attrNameLst>
                                          <p:attrName>ppt_x</p:attrName>
                                        </p:attrNameLst>
                                      </p:cBhvr>
                                      <p:tavLst>
                                        <p:tav tm="0">
                                          <p:val>
                                            <p:strVal val="#ppt_x"/>
                                          </p:val>
                                        </p:tav>
                                        <p:tav tm="100000">
                                          <p:val>
                                            <p:strVal val="#ppt_x"/>
                                          </p:val>
                                        </p:tav>
                                      </p:tavLst>
                                    </p:anim>
                                    <p:anim calcmode="lin" valueType="num">
                                      <p:cBhvr>
                                        <p:cTn id="129" dur="550" decel="100000" fill="hold"/>
                                        <p:tgtEl>
                                          <p:spTgt spid="28"/>
                                        </p:tgtEl>
                                        <p:attrNameLst>
                                          <p:attrName>ppt_y</p:attrName>
                                        </p:attrNameLst>
                                      </p:cBhvr>
                                      <p:tavLst>
                                        <p:tav tm="0">
                                          <p:val>
                                            <p:strVal val="#ppt_y+.035"/>
                                          </p:val>
                                        </p:tav>
                                        <p:tav tm="100000">
                                          <p:val>
                                            <p:strVal val="#ppt_y"/>
                                          </p:val>
                                        </p:tav>
                                      </p:tavLst>
                                    </p:anim>
                                  </p:childTnLst>
                                </p:cTn>
                              </p:par>
                              <p:par>
                                <p:cTn id="130" presetID="42" presetClass="entr" presetSubtype="0" fill="hold" grpId="0" nodeType="withEffect">
                                  <p:stCondLst>
                                    <p:cond delay="91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550"/>
                                        <p:tgtEl>
                                          <p:spTgt spid="29"/>
                                        </p:tgtEl>
                                      </p:cBhvr>
                                    </p:animEffect>
                                    <p:anim calcmode="lin" valueType="num">
                                      <p:cBhvr>
                                        <p:cTn id="133" dur="550" decel="100000" fill="hold"/>
                                        <p:tgtEl>
                                          <p:spTgt spid="29"/>
                                        </p:tgtEl>
                                        <p:attrNameLst>
                                          <p:attrName>ppt_x</p:attrName>
                                        </p:attrNameLst>
                                      </p:cBhvr>
                                      <p:tavLst>
                                        <p:tav tm="0">
                                          <p:val>
                                            <p:strVal val="#ppt_x"/>
                                          </p:val>
                                        </p:tav>
                                        <p:tav tm="100000">
                                          <p:val>
                                            <p:strVal val="#ppt_x"/>
                                          </p:val>
                                        </p:tav>
                                      </p:tavLst>
                                    </p:anim>
                                    <p:anim calcmode="lin" valueType="num">
                                      <p:cBhvr>
                                        <p:cTn id="134" dur="550" decel="100000" fill="hold"/>
                                        <p:tgtEl>
                                          <p:spTgt spid="29"/>
                                        </p:tgtEl>
                                        <p:attrNameLst>
                                          <p:attrName>ppt_y</p:attrName>
                                        </p:attrNameLst>
                                      </p:cBhvr>
                                      <p:tavLst>
                                        <p:tav tm="0">
                                          <p:val>
                                            <p:strVal val="#ppt_y+.035"/>
                                          </p:val>
                                        </p:tav>
                                        <p:tav tm="100000">
                                          <p:val>
                                            <p:strVal val="#ppt_y"/>
                                          </p:val>
                                        </p:tav>
                                      </p:tavLst>
                                    </p:anim>
                                  </p:childTnLst>
                                </p:cTn>
                              </p:par>
                              <p:par>
                                <p:cTn id="135" presetID="42" presetClass="entr" presetSubtype="0" fill="hold" grpId="0" nodeType="withEffect">
                                  <p:stCondLst>
                                    <p:cond delay="91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550"/>
                                        <p:tgtEl>
                                          <p:spTgt spid="30"/>
                                        </p:tgtEl>
                                      </p:cBhvr>
                                    </p:animEffect>
                                    <p:anim calcmode="lin" valueType="num">
                                      <p:cBhvr>
                                        <p:cTn id="138" dur="550" decel="100000" fill="hold"/>
                                        <p:tgtEl>
                                          <p:spTgt spid="30"/>
                                        </p:tgtEl>
                                        <p:attrNameLst>
                                          <p:attrName>ppt_x</p:attrName>
                                        </p:attrNameLst>
                                      </p:cBhvr>
                                      <p:tavLst>
                                        <p:tav tm="0">
                                          <p:val>
                                            <p:strVal val="#ppt_x"/>
                                          </p:val>
                                        </p:tav>
                                        <p:tav tm="100000">
                                          <p:val>
                                            <p:strVal val="#ppt_x"/>
                                          </p:val>
                                        </p:tav>
                                      </p:tavLst>
                                    </p:anim>
                                    <p:anim calcmode="lin" valueType="num">
                                      <p:cBhvr>
                                        <p:cTn id="139" dur="550" decel="100000" fill="hold"/>
                                        <p:tgtEl>
                                          <p:spTgt spid="30"/>
                                        </p:tgtEl>
                                        <p:attrNameLst>
                                          <p:attrName>ppt_y</p:attrName>
                                        </p:attrNameLst>
                                      </p:cBhvr>
                                      <p:tavLst>
                                        <p:tav tm="0">
                                          <p:val>
                                            <p:strVal val="#ppt_y+.035"/>
                                          </p:val>
                                        </p:tav>
                                        <p:tav tm="100000">
                                          <p:val>
                                            <p:strVal val="#ppt_y"/>
                                          </p:val>
                                        </p:tav>
                                      </p:tavLst>
                                    </p:anim>
                                  </p:childTnLst>
                                </p:cTn>
                              </p:par>
                              <p:par>
                                <p:cTn id="140" presetID="42" presetClass="entr" presetSubtype="0" fill="hold" grpId="0" nodeType="withEffect">
                                  <p:stCondLst>
                                    <p:cond delay="91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50"/>
                                        <p:tgtEl>
                                          <p:spTgt spid="31"/>
                                        </p:tgtEl>
                                      </p:cBhvr>
                                    </p:animEffect>
                                    <p:anim calcmode="lin" valueType="num">
                                      <p:cBhvr>
                                        <p:cTn id="143" dur="550" decel="100000" fill="hold"/>
                                        <p:tgtEl>
                                          <p:spTgt spid="31"/>
                                        </p:tgtEl>
                                        <p:attrNameLst>
                                          <p:attrName>ppt_x</p:attrName>
                                        </p:attrNameLst>
                                      </p:cBhvr>
                                      <p:tavLst>
                                        <p:tav tm="0">
                                          <p:val>
                                            <p:strVal val="#ppt_x"/>
                                          </p:val>
                                        </p:tav>
                                        <p:tav tm="100000">
                                          <p:val>
                                            <p:strVal val="#ppt_x"/>
                                          </p:val>
                                        </p:tav>
                                      </p:tavLst>
                                    </p:anim>
                                    <p:anim calcmode="lin" valueType="num">
                                      <p:cBhvr>
                                        <p:cTn id="144" dur="550" decel="100000" fill="hold"/>
                                        <p:tgtEl>
                                          <p:spTgt spid="31"/>
                                        </p:tgtEl>
                                        <p:attrNameLst>
                                          <p:attrName>ppt_y</p:attrName>
                                        </p:attrNameLst>
                                      </p:cBhvr>
                                      <p:tavLst>
                                        <p:tav tm="0">
                                          <p:val>
                                            <p:strVal val="#ppt_y+.035"/>
                                          </p:val>
                                        </p:tav>
                                        <p:tav tm="100000">
                                          <p:val>
                                            <p:strVal val="#ppt_y"/>
                                          </p:val>
                                        </p:tav>
                                      </p:tavLst>
                                    </p:anim>
                                  </p:childTnLst>
                                </p:cTn>
                              </p:par>
                              <p:par>
                                <p:cTn id="145" presetID="42" presetClass="entr" presetSubtype="0" fill="hold" grpId="0" nodeType="withEffect">
                                  <p:stCondLst>
                                    <p:cond delay="91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550"/>
                                        <p:tgtEl>
                                          <p:spTgt spid="32"/>
                                        </p:tgtEl>
                                      </p:cBhvr>
                                    </p:animEffect>
                                    <p:anim calcmode="lin" valueType="num">
                                      <p:cBhvr>
                                        <p:cTn id="148" dur="550" decel="100000" fill="hold"/>
                                        <p:tgtEl>
                                          <p:spTgt spid="32"/>
                                        </p:tgtEl>
                                        <p:attrNameLst>
                                          <p:attrName>ppt_x</p:attrName>
                                        </p:attrNameLst>
                                      </p:cBhvr>
                                      <p:tavLst>
                                        <p:tav tm="0">
                                          <p:val>
                                            <p:strVal val="#ppt_x"/>
                                          </p:val>
                                        </p:tav>
                                        <p:tav tm="100000">
                                          <p:val>
                                            <p:strVal val="#ppt_x"/>
                                          </p:val>
                                        </p:tav>
                                      </p:tavLst>
                                    </p:anim>
                                    <p:anim calcmode="lin" valueType="num">
                                      <p:cBhvr>
                                        <p:cTn id="149" dur="550" decel="100000" fill="hold"/>
                                        <p:tgtEl>
                                          <p:spTgt spid="32"/>
                                        </p:tgtEl>
                                        <p:attrNameLst>
                                          <p:attrName>ppt_y</p:attrName>
                                        </p:attrNameLst>
                                      </p:cBhvr>
                                      <p:tavLst>
                                        <p:tav tm="0">
                                          <p:val>
                                            <p:strVal val="#ppt_y+.035"/>
                                          </p:val>
                                        </p:tav>
                                        <p:tav tm="100000">
                                          <p:val>
                                            <p:strVal val="#ppt_y"/>
                                          </p:val>
                                        </p:tav>
                                      </p:tavLst>
                                    </p:anim>
                                  </p:childTnLst>
                                </p:cTn>
                              </p:par>
                              <p:par>
                                <p:cTn id="150" presetID="42" presetClass="entr" presetSubtype="0" fill="hold" grpId="0" nodeType="withEffect">
                                  <p:stCondLst>
                                    <p:cond delay="1130"/>
                                  </p:stCondLst>
                                  <p:childTnLst>
                                    <p:set>
                                      <p:cBhvr>
                                        <p:cTn id="151" dur="1" fill="hold">
                                          <p:stCondLst>
                                            <p:cond delay="0"/>
                                          </p:stCondLst>
                                        </p:cTn>
                                        <p:tgtEl>
                                          <p:spTgt spid="33"/>
                                        </p:tgtEl>
                                        <p:attrNameLst>
                                          <p:attrName>style.visibility</p:attrName>
                                        </p:attrNameLst>
                                      </p:cBhvr>
                                      <p:to>
                                        <p:strVal val="visible"/>
                                      </p:to>
                                    </p:set>
                                    <p:animEffect transition="in" filter="fade">
                                      <p:cBhvr>
                                        <p:cTn id="152" dur="550"/>
                                        <p:tgtEl>
                                          <p:spTgt spid="33"/>
                                        </p:tgtEl>
                                      </p:cBhvr>
                                    </p:animEffect>
                                    <p:anim calcmode="lin" valueType="num">
                                      <p:cBhvr>
                                        <p:cTn id="153" dur="550" decel="100000" fill="hold"/>
                                        <p:tgtEl>
                                          <p:spTgt spid="33"/>
                                        </p:tgtEl>
                                        <p:attrNameLst>
                                          <p:attrName>ppt_x</p:attrName>
                                        </p:attrNameLst>
                                      </p:cBhvr>
                                      <p:tavLst>
                                        <p:tav tm="0">
                                          <p:val>
                                            <p:strVal val="#ppt_x"/>
                                          </p:val>
                                        </p:tav>
                                        <p:tav tm="100000">
                                          <p:val>
                                            <p:strVal val="#ppt_x"/>
                                          </p:val>
                                        </p:tav>
                                      </p:tavLst>
                                    </p:anim>
                                    <p:anim calcmode="lin" valueType="num">
                                      <p:cBhvr>
                                        <p:cTn id="154" dur="550" decel="100000" fill="hold"/>
                                        <p:tgtEl>
                                          <p:spTgt spid="33"/>
                                        </p:tgtEl>
                                        <p:attrNameLst>
                                          <p:attrName>ppt_y</p:attrName>
                                        </p:attrNameLst>
                                      </p:cBhvr>
                                      <p:tavLst>
                                        <p:tav tm="0">
                                          <p:val>
                                            <p:strVal val="#ppt_y+.035"/>
                                          </p:val>
                                        </p:tav>
                                        <p:tav tm="100000">
                                          <p:val>
                                            <p:strVal val="#ppt_y"/>
                                          </p:val>
                                        </p:tav>
                                      </p:tavLst>
                                    </p:anim>
                                  </p:childTnLst>
                                </p:cTn>
                              </p:par>
                              <p:par>
                                <p:cTn id="155" presetID="42" presetClass="entr" presetSubtype="0" fill="hold" grpId="0" nodeType="withEffect">
                                  <p:stCondLst>
                                    <p:cond delay="113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50"/>
                                        <p:tgtEl>
                                          <p:spTgt spid="34"/>
                                        </p:tgtEl>
                                      </p:cBhvr>
                                    </p:animEffect>
                                    <p:anim calcmode="lin" valueType="num">
                                      <p:cBhvr>
                                        <p:cTn id="158" dur="550" decel="100000" fill="hold"/>
                                        <p:tgtEl>
                                          <p:spTgt spid="34"/>
                                        </p:tgtEl>
                                        <p:attrNameLst>
                                          <p:attrName>ppt_x</p:attrName>
                                        </p:attrNameLst>
                                      </p:cBhvr>
                                      <p:tavLst>
                                        <p:tav tm="0">
                                          <p:val>
                                            <p:strVal val="#ppt_x"/>
                                          </p:val>
                                        </p:tav>
                                        <p:tav tm="100000">
                                          <p:val>
                                            <p:strVal val="#ppt_x"/>
                                          </p:val>
                                        </p:tav>
                                      </p:tavLst>
                                    </p:anim>
                                    <p:anim calcmode="lin" valueType="num">
                                      <p:cBhvr>
                                        <p:cTn id="159" dur="550" decel="100000" fill="hold"/>
                                        <p:tgtEl>
                                          <p:spTgt spid="34"/>
                                        </p:tgtEl>
                                        <p:attrNameLst>
                                          <p:attrName>ppt_y</p:attrName>
                                        </p:attrNameLst>
                                      </p:cBhvr>
                                      <p:tavLst>
                                        <p:tav tm="0">
                                          <p:val>
                                            <p:strVal val="#ppt_y+.035"/>
                                          </p:val>
                                        </p:tav>
                                        <p:tav tm="100000">
                                          <p:val>
                                            <p:strVal val="#ppt_y"/>
                                          </p:val>
                                        </p:tav>
                                      </p:tavLst>
                                    </p:anim>
                                  </p:childTnLst>
                                </p:cTn>
                              </p:par>
                              <p:par>
                                <p:cTn id="160" presetID="42" presetClass="entr" presetSubtype="0" fill="hold" grpId="0" nodeType="withEffect">
                                  <p:stCondLst>
                                    <p:cond delay="113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550"/>
                                        <p:tgtEl>
                                          <p:spTgt spid="35"/>
                                        </p:tgtEl>
                                      </p:cBhvr>
                                    </p:animEffect>
                                    <p:anim calcmode="lin" valueType="num">
                                      <p:cBhvr>
                                        <p:cTn id="163" dur="550" decel="100000" fill="hold"/>
                                        <p:tgtEl>
                                          <p:spTgt spid="35"/>
                                        </p:tgtEl>
                                        <p:attrNameLst>
                                          <p:attrName>ppt_x</p:attrName>
                                        </p:attrNameLst>
                                      </p:cBhvr>
                                      <p:tavLst>
                                        <p:tav tm="0">
                                          <p:val>
                                            <p:strVal val="#ppt_x"/>
                                          </p:val>
                                        </p:tav>
                                        <p:tav tm="100000">
                                          <p:val>
                                            <p:strVal val="#ppt_x"/>
                                          </p:val>
                                        </p:tav>
                                      </p:tavLst>
                                    </p:anim>
                                    <p:anim calcmode="lin" valueType="num">
                                      <p:cBhvr>
                                        <p:cTn id="164" dur="550" decel="100000" fill="hold"/>
                                        <p:tgtEl>
                                          <p:spTgt spid="35"/>
                                        </p:tgtEl>
                                        <p:attrNameLst>
                                          <p:attrName>ppt_y</p:attrName>
                                        </p:attrNameLst>
                                      </p:cBhvr>
                                      <p:tavLst>
                                        <p:tav tm="0">
                                          <p:val>
                                            <p:strVal val="#ppt_y+.035"/>
                                          </p:val>
                                        </p:tav>
                                        <p:tav tm="100000">
                                          <p:val>
                                            <p:strVal val="#ppt_y"/>
                                          </p:val>
                                        </p:tav>
                                      </p:tavLst>
                                    </p:anim>
                                  </p:childTnLst>
                                </p:cTn>
                              </p:par>
                              <p:par>
                                <p:cTn id="165" presetID="42" presetClass="entr" presetSubtype="0" fill="hold" grpId="0" nodeType="withEffect">
                                  <p:stCondLst>
                                    <p:cond delay="1130"/>
                                  </p:stCondLst>
                                  <p:childTnLst>
                                    <p:set>
                                      <p:cBhvr>
                                        <p:cTn id="166" dur="1" fill="hold">
                                          <p:stCondLst>
                                            <p:cond delay="0"/>
                                          </p:stCondLst>
                                        </p:cTn>
                                        <p:tgtEl>
                                          <p:spTgt spid="36"/>
                                        </p:tgtEl>
                                        <p:attrNameLst>
                                          <p:attrName>style.visibility</p:attrName>
                                        </p:attrNameLst>
                                      </p:cBhvr>
                                      <p:to>
                                        <p:strVal val="visible"/>
                                      </p:to>
                                    </p:set>
                                    <p:animEffect transition="in" filter="fade">
                                      <p:cBhvr>
                                        <p:cTn id="167" dur="550"/>
                                        <p:tgtEl>
                                          <p:spTgt spid="36"/>
                                        </p:tgtEl>
                                      </p:cBhvr>
                                    </p:animEffect>
                                    <p:anim calcmode="lin" valueType="num">
                                      <p:cBhvr>
                                        <p:cTn id="168" dur="550" decel="100000" fill="hold"/>
                                        <p:tgtEl>
                                          <p:spTgt spid="36"/>
                                        </p:tgtEl>
                                        <p:attrNameLst>
                                          <p:attrName>ppt_x</p:attrName>
                                        </p:attrNameLst>
                                      </p:cBhvr>
                                      <p:tavLst>
                                        <p:tav tm="0">
                                          <p:val>
                                            <p:strVal val="#ppt_x"/>
                                          </p:val>
                                        </p:tav>
                                        <p:tav tm="100000">
                                          <p:val>
                                            <p:strVal val="#ppt_x"/>
                                          </p:val>
                                        </p:tav>
                                      </p:tavLst>
                                    </p:anim>
                                    <p:anim calcmode="lin" valueType="num">
                                      <p:cBhvr>
                                        <p:cTn id="169" dur="550" decel="100000" fill="hold"/>
                                        <p:tgtEl>
                                          <p:spTgt spid="36"/>
                                        </p:tgtEl>
                                        <p:attrNameLst>
                                          <p:attrName>ppt_y</p:attrName>
                                        </p:attrNameLst>
                                      </p:cBhvr>
                                      <p:tavLst>
                                        <p:tav tm="0">
                                          <p:val>
                                            <p:strVal val="#ppt_y+.035"/>
                                          </p:val>
                                        </p:tav>
                                        <p:tav tm="100000">
                                          <p:val>
                                            <p:strVal val="#ppt_y"/>
                                          </p:val>
                                        </p:tav>
                                      </p:tavLst>
                                    </p:anim>
                                  </p:childTnLst>
                                </p:cTn>
                              </p:par>
                              <p:par>
                                <p:cTn id="170" presetID="42" presetClass="entr" presetSubtype="0" fill="hold" grpId="0" nodeType="withEffect">
                                  <p:stCondLst>
                                    <p:cond delay="113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550"/>
                                        <p:tgtEl>
                                          <p:spTgt spid="37"/>
                                        </p:tgtEl>
                                      </p:cBhvr>
                                    </p:animEffect>
                                    <p:anim calcmode="lin" valueType="num">
                                      <p:cBhvr>
                                        <p:cTn id="173" dur="550" decel="100000" fill="hold"/>
                                        <p:tgtEl>
                                          <p:spTgt spid="37"/>
                                        </p:tgtEl>
                                        <p:attrNameLst>
                                          <p:attrName>ppt_x</p:attrName>
                                        </p:attrNameLst>
                                      </p:cBhvr>
                                      <p:tavLst>
                                        <p:tav tm="0">
                                          <p:val>
                                            <p:strVal val="#ppt_x"/>
                                          </p:val>
                                        </p:tav>
                                        <p:tav tm="100000">
                                          <p:val>
                                            <p:strVal val="#ppt_x"/>
                                          </p:val>
                                        </p:tav>
                                      </p:tavLst>
                                    </p:anim>
                                    <p:anim calcmode="lin" valueType="num">
                                      <p:cBhvr>
                                        <p:cTn id="174" dur="550" decel="100000" fill="hold"/>
                                        <p:tgtEl>
                                          <p:spTgt spid="37"/>
                                        </p:tgtEl>
                                        <p:attrNameLst>
                                          <p:attrName>ppt_y</p:attrName>
                                        </p:attrNameLst>
                                      </p:cBhvr>
                                      <p:tavLst>
                                        <p:tav tm="0">
                                          <p:val>
                                            <p:strVal val="#ppt_y+.035"/>
                                          </p:val>
                                        </p:tav>
                                        <p:tav tm="100000">
                                          <p:val>
                                            <p:strVal val="#ppt_y"/>
                                          </p:val>
                                        </p:tav>
                                      </p:tavLst>
                                    </p:anim>
                                  </p:childTnLst>
                                </p:cTn>
                              </p:par>
                              <p:par>
                                <p:cTn id="175" presetID="42" presetClass="entr" presetSubtype="0" fill="hold" grpId="0" nodeType="withEffect">
                                  <p:stCondLst>
                                    <p:cond delay="1130"/>
                                  </p:stCondLst>
                                  <p:childTnLst>
                                    <p:set>
                                      <p:cBhvr>
                                        <p:cTn id="176" dur="1" fill="hold">
                                          <p:stCondLst>
                                            <p:cond delay="0"/>
                                          </p:stCondLst>
                                        </p:cTn>
                                        <p:tgtEl>
                                          <p:spTgt spid="38"/>
                                        </p:tgtEl>
                                        <p:attrNameLst>
                                          <p:attrName>style.visibility</p:attrName>
                                        </p:attrNameLst>
                                      </p:cBhvr>
                                      <p:to>
                                        <p:strVal val="visible"/>
                                      </p:to>
                                    </p:set>
                                    <p:animEffect transition="in" filter="fade">
                                      <p:cBhvr>
                                        <p:cTn id="177" dur="550"/>
                                        <p:tgtEl>
                                          <p:spTgt spid="38"/>
                                        </p:tgtEl>
                                      </p:cBhvr>
                                    </p:animEffect>
                                    <p:anim calcmode="lin" valueType="num">
                                      <p:cBhvr>
                                        <p:cTn id="178" dur="550" decel="100000" fill="hold"/>
                                        <p:tgtEl>
                                          <p:spTgt spid="38"/>
                                        </p:tgtEl>
                                        <p:attrNameLst>
                                          <p:attrName>ppt_x</p:attrName>
                                        </p:attrNameLst>
                                      </p:cBhvr>
                                      <p:tavLst>
                                        <p:tav tm="0">
                                          <p:val>
                                            <p:strVal val="#ppt_x"/>
                                          </p:val>
                                        </p:tav>
                                        <p:tav tm="100000">
                                          <p:val>
                                            <p:strVal val="#ppt_x"/>
                                          </p:val>
                                        </p:tav>
                                      </p:tavLst>
                                    </p:anim>
                                    <p:anim calcmode="lin" valueType="num">
                                      <p:cBhvr>
                                        <p:cTn id="179" dur="550" decel="100000" fill="hold"/>
                                        <p:tgtEl>
                                          <p:spTgt spid="38"/>
                                        </p:tgtEl>
                                        <p:attrNameLst>
                                          <p:attrName>ppt_y</p:attrName>
                                        </p:attrNameLst>
                                      </p:cBhvr>
                                      <p:tavLst>
                                        <p:tav tm="0">
                                          <p:val>
                                            <p:strVal val="#ppt_y+.035"/>
                                          </p:val>
                                        </p:tav>
                                        <p:tav tm="100000">
                                          <p:val>
                                            <p:strVal val="#ppt_y"/>
                                          </p:val>
                                        </p:tav>
                                      </p:tavLst>
                                    </p:anim>
                                  </p:childTnLst>
                                </p:cTn>
                              </p:par>
                              <p:par>
                                <p:cTn id="180" presetID="42" presetClass="entr" presetSubtype="0" fill="hold" grpId="0" nodeType="withEffect">
                                  <p:stCondLst>
                                    <p:cond delay="1130"/>
                                  </p:stCondLst>
                                  <p:childTnLst>
                                    <p:set>
                                      <p:cBhvr>
                                        <p:cTn id="181" dur="1" fill="hold">
                                          <p:stCondLst>
                                            <p:cond delay="0"/>
                                          </p:stCondLst>
                                        </p:cTn>
                                        <p:tgtEl>
                                          <p:spTgt spid="39"/>
                                        </p:tgtEl>
                                        <p:attrNameLst>
                                          <p:attrName>style.visibility</p:attrName>
                                        </p:attrNameLst>
                                      </p:cBhvr>
                                      <p:to>
                                        <p:strVal val="visible"/>
                                      </p:to>
                                    </p:set>
                                    <p:animEffect transition="in" filter="fade">
                                      <p:cBhvr>
                                        <p:cTn id="182" dur="550"/>
                                        <p:tgtEl>
                                          <p:spTgt spid="39"/>
                                        </p:tgtEl>
                                      </p:cBhvr>
                                    </p:animEffect>
                                    <p:anim calcmode="lin" valueType="num">
                                      <p:cBhvr>
                                        <p:cTn id="183" dur="550" decel="100000" fill="hold"/>
                                        <p:tgtEl>
                                          <p:spTgt spid="39"/>
                                        </p:tgtEl>
                                        <p:attrNameLst>
                                          <p:attrName>ppt_x</p:attrName>
                                        </p:attrNameLst>
                                      </p:cBhvr>
                                      <p:tavLst>
                                        <p:tav tm="0">
                                          <p:val>
                                            <p:strVal val="#ppt_x"/>
                                          </p:val>
                                        </p:tav>
                                        <p:tav tm="100000">
                                          <p:val>
                                            <p:strVal val="#ppt_x"/>
                                          </p:val>
                                        </p:tav>
                                      </p:tavLst>
                                    </p:anim>
                                    <p:anim calcmode="lin" valueType="num">
                                      <p:cBhvr>
                                        <p:cTn id="184" dur="550" decel="100000" fill="hold"/>
                                        <p:tgtEl>
                                          <p:spTgt spid="39"/>
                                        </p:tgtEl>
                                        <p:attrNameLst>
                                          <p:attrName>ppt_y</p:attrName>
                                        </p:attrNameLst>
                                      </p:cBhvr>
                                      <p:tavLst>
                                        <p:tav tm="0">
                                          <p:val>
                                            <p:strVal val="#ppt_y+.035"/>
                                          </p:val>
                                        </p:tav>
                                        <p:tav tm="100000">
                                          <p:val>
                                            <p:strVal val="#ppt_y"/>
                                          </p:val>
                                        </p:tav>
                                      </p:tavLst>
                                    </p:anim>
                                  </p:childTnLst>
                                </p:cTn>
                              </p:par>
                              <p:par>
                                <p:cTn id="185" presetID="42" presetClass="entr" presetSubtype="0" fill="hold" grpId="0" nodeType="withEffect">
                                  <p:stCondLst>
                                    <p:cond delay="1130"/>
                                  </p:stCondLst>
                                  <p:childTnLst>
                                    <p:set>
                                      <p:cBhvr>
                                        <p:cTn id="186" dur="1" fill="hold">
                                          <p:stCondLst>
                                            <p:cond delay="0"/>
                                          </p:stCondLst>
                                        </p:cTn>
                                        <p:tgtEl>
                                          <p:spTgt spid="40"/>
                                        </p:tgtEl>
                                        <p:attrNameLst>
                                          <p:attrName>style.visibility</p:attrName>
                                        </p:attrNameLst>
                                      </p:cBhvr>
                                      <p:to>
                                        <p:strVal val="visible"/>
                                      </p:to>
                                    </p:set>
                                    <p:animEffect transition="in" filter="fade">
                                      <p:cBhvr>
                                        <p:cTn id="187" dur="550"/>
                                        <p:tgtEl>
                                          <p:spTgt spid="40"/>
                                        </p:tgtEl>
                                      </p:cBhvr>
                                    </p:animEffect>
                                    <p:anim calcmode="lin" valueType="num">
                                      <p:cBhvr>
                                        <p:cTn id="188" dur="550" decel="100000" fill="hold"/>
                                        <p:tgtEl>
                                          <p:spTgt spid="40"/>
                                        </p:tgtEl>
                                        <p:attrNameLst>
                                          <p:attrName>ppt_x</p:attrName>
                                        </p:attrNameLst>
                                      </p:cBhvr>
                                      <p:tavLst>
                                        <p:tav tm="0">
                                          <p:val>
                                            <p:strVal val="#ppt_x"/>
                                          </p:val>
                                        </p:tav>
                                        <p:tav tm="100000">
                                          <p:val>
                                            <p:strVal val="#ppt_x"/>
                                          </p:val>
                                        </p:tav>
                                      </p:tavLst>
                                    </p:anim>
                                    <p:anim calcmode="lin" valueType="num">
                                      <p:cBhvr>
                                        <p:cTn id="189" dur="550" decel="100000" fill="hold"/>
                                        <p:tgtEl>
                                          <p:spTgt spid="40"/>
                                        </p:tgtEl>
                                        <p:attrNameLst>
                                          <p:attrName>ppt_y</p:attrName>
                                        </p:attrNameLst>
                                      </p:cBhvr>
                                      <p:tavLst>
                                        <p:tav tm="0">
                                          <p:val>
                                            <p:strVal val="#ppt_y+.035"/>
                                          </p:val>
                                        </p:tav>
                                        <p:tav tm="100000">
                                          <p:val>
                                            <p:strVal val="#ppt_y"/>
                                          </p:val>
                                        </p:tav>
                                      </p:tavLst>
                                    </p:anim>
                                  </p:childTnLst>
                                </p:cTn>
                              </p:par>
                              <p:par>
                                <p:cTn id="190" presetID="42" presetClass="entr" presetSubtype="0" fill="hold" grpId="0" nodeType="withEffect">
                                  <p:stCondLst>
                                    <p:cond delay="1130"/>
                                  </p:stCondLst>
                                  <p:childTnLst>
                                    <p:set>
                                      <p:cBhvr>
                                        <p:cTn id="191" dur="1" fill="hold">
                                          <p:stCondLst>
                                            <p:cond delay="0"/>
                                          </p:stCondLst>
                                        </p:cTn>
                                        <p:tgtEl>
                                          <p:spTgt spid="41"/>
                                        </p:tgtEl>
                                        <p:attrNameLst>
                                          <p:attrName>style.visibility</p:attrName>
                                        </p:attrNameLst>
                                      </p:cBhvr>
                                      <p:to>
                                        <p:strVal val="visible"/>
                                      </p:to>
                                    </p:set>
                                    <p:animEffect transition="in" filter="fade">
                                      <p:cBhvr>
                                        <p:cTn id="192" dur="550"/>
                                        <p:tgtEl>
                                          <p:spTgt spid="41"/>
                                        </p:tgtEl>
                                      </p:cBhvr>
                                    </p:animEffect>
                                    <p:anim calcmode="lin" valueType="num">
                                      <p:cBhvr>
                                        <p:cTn id="193" dur="550" decel="100000" fill="hold"/>
                                        <p:tgtEl>
                                          <p:spTgt spid="41"/>
                                        </p:tgtEl>
                                        <p:attrNameLst>
                                          <p:attrName>ppt_x</p:attrName>
                                        </p:attrNameLst>
                                      </p:cBhvr>
                                      <p:tavLst>
                                        <p:tav tm="0">
                                          <p:val>
                                            <p:strVal val="#ppt_x"/>
                                          </p:val>
                                        </p:tav>
                                        <p:tav tm="100000">
                                          <p:val>
                                            <p:strVal val="#ppt_x"/>
                                          </p:val>
                                        </p:tav>
                                      </p:tavLst>
                                    </p:anim>
                                    <p:anim calcmode="lin" valueType="num">
                                      <p:cBhvr>
                                        <p:cTn id="194" dur="550" decel="100000" fill="hold"/>
                                        <p:tgtEl>
                                          <p:spTgt spid="41"/>
                                        </p:tgtEl>
                                        <p:attrNameLst>
                                          <p:attrName>ppt_y</p:attrName>
                                        </p:attrNameLst>
                                      </p:cBhvr>
                                      <p:tavLst>
                                        <p:tav tm="0">
                                          <p:val>
                                            <p:strVal val="#ppt_y+.035"/>
                                          </p:val>
                                        </p:tav>
                                        <p:tav tm="100000">
                                          <p:val>
                                            <p:strVal val="#ppt_y"/>
                                          </p:val>
                                        </p:tav>
                                      </p:tavLst>
                                    </p:anim>
                                  </p:childTnLst>
                                </p:cTn>
                              </p:par>
                              <p:par>
                                <p:cTn id="195" presetID="42" presetClass="entr" presetSubtype="0" fill="hold" grpId="0" nodeType="withEffect">
                                  <p:stCondLst>
                                    <p:cond delay="1130"/>
                                  </p:stCondLst>
                                  <p:childTnLst>
                                    <p:set>
                                      <p:cBhvr>
                                        <p:cTn id="196" dur="1" fill="hold">
                                          <p:stCondLst>
                                            <p:cond delay="0"/>
                                          </p:stCondLst>
                                        </p:cTn>
                                        <p:tgtEl>
                                          <p:spTgt spid="42"/>
                                        </p:tgtEl>
                                        <p:attrNameLst>
                                          <p:attrName>style.visibility</p:attrName>
                                        </p:attrNameLst>
                                      </p:cBhvr>
                                      <p:to>
                                        <p:strVal val="visible"/>
                                      </p:to>
                                    </p:set>
                                    <p:animEffect transition="in" filter="fade">
                                      <p:cBhvr>
                                        <p:cTn id="197" dur="550"/>
                                        <p:tgtEl>
                                          <p:spTgt spid="42"/>
                                        </p:tgtEl>
                                      </p:cBhvr>
                                    </p:animEffect>
                                    <p:anim calcmode="lin" valueType="num">
                                      <p:cBhvr>
                                        <p:cTn id="198" dur="550" decel="100000" fill="hold"/>
                                        <p:tgtEl>
                                          <p:spTgt spid="42"/>
                                        </p:tgtEl>
                                        <p:attrNameLst>
                                          <p:attrName>ppt_x</p:attrName>
                                        </p:attrNameLst>
                                      </p:cBhvr>
                                      <p:tavLst>
                                        <p:tav tm="0">
                                          <p:val>
                                            <p:strVal val="#ppt_x"/>
                                          </p:val>
                                        </p:tav>
                                        <p:tav tm="100000">
                                          <p:val>
                                            <p:strVal val="#ppt_x"/>
                                          </p:val>
                                        </p:tav>
                                      </p:tavLst>
                                    </p:anim>
                                    <p:anim calcmode="lin" valueType="num">
                                      <p:cBhvr>
                                        <p:cTn id="199" dur="550" decel="100000" fill="hold"/>
                                        <p:tgtEl>
                                          <p:spTgt spid="42"/>
                                        </p:tgtEl>
                                        <p:attrNameLst>
                                          <p:attrName>ppt_y</p:attrName>
                                        </p:attrNameLst>
                                      </p:cBhvr>
                                      <p:tavLst>
                                        <p:tav tm="0">
                                          <p:val>
                                            <p:strVal val="#ppt_y+.035"/>
                                          </p:val>
                                        </p:tav>
                                        <p:tav tm="100000">
                                          <p:val>
                                            <p:strVal val="#ppt_y"/>
                                          </p:val>
                                        </p:tav>
                                      </p:tavLst>
                                    </p:anim>
                                  </p:childTnLst>
                                </p:cTn>
                              </p:par>
                              <p:par>
                                <p:cTn id="200" presetID="42" presetClass="entr" presetSubtype="0" fill="hold" grpId="0" nodeType="withEffect">
                                  <p:stCondLst>
                                    <p:cond delay="1130"/>
                                  </p:stCondLst>
                                  <p:childTnLst>
                                    <p:set>
                                      <p:cBhvr>
                                        <p:cTn id="201" dur="1" fill="hold">
                                          <p:stCondLst>
                                            <p:cond delay="0"/>
                                          </p:stCondLst>
                                        </p:cTn>
                                        <p:tgtEl>
                                          <p:spTgt spid="43"/>
                                        </p:tgtEl>
                                        <p:attrNameLst>
                                          <p:attrName>style.visibility</p:attrName>
                                        </p:attrNameLst>
                                      </p:cBhvr>
                                      <p:to>
                                        <p:strVal val="visible"/>
                                      </p:to>
                                    </p:set>
                                    <p:animEffect transition="in" filter="fade">
                                      <p:cBhvr>
                                        <p:cTn id="202" dur="550"/>
                                        <p:tgtEl>
                                          <p:spTgt spid="43"/>
                                        </p:tgtEl>
                                      </p:cBhvr>
                                    </p:animEffect>
                                    <p:anim calcmode="lin" valueType="num">
                                      <p:cBhvr>
                                        <p:cTn id="203" dur="550" decel="100000" fill="hold"/>
                                        <p:tgtEl>
                                          <p:spTgt spid="43"/>
                                        </p:tgtEl>
                                        <p:attrNameLst>
                                          <p:attrName>ppt_x</p:attrName>
                                        </p:attrNameLst>
                                      </p:cBhvr>
                                      <p:tavLst>
                                        <p:tav tm="0">
                                          <p:val>
                                            <p:strVal val="#ppt_x"/>
                                          </p:val>
                                        </p:tav>
                                        <p:tav tm="100000">
                                          <p:val>
                                            <p:strVal val="#ppt_x"/>
                                          </p:val>
                                        </p:tav>
                                      </p:tavLst>
                                    </p:anim>
                                    <p:anim calcmode="lin" valueType="num">
                                      <p:cBhvr>
                                        <p:cTn id="204" dur="550" decel="100000" fill="hold"/>
                                        <p:tgtEl>
                                          <p:spTgt spid="43"/>
                                        </p:tgtEl>
                                        <p:attrNameLst>
                                          <p:attrName>ppt_y</p:attrName>
                                        </p:attrNameLst>
                                      </p:cBhvr>
                                      <p:tavLst>
                                        <p:tav tm="0">
                                          <p:val>
                                            <p:strVal val="#ppt_y+.035"/>
                                          </p:val>
                                        </p:tav>
                                        <p:tav tm="100000">
                                          <p:val>
                                            <p:strVal val="#ppt_y"/>
                                          </p:val>
                                        </p:tav>
                                      </p:tavLst>
                                    </p:anim>
                                  </p:childTnLst>
                                </p:cTn>
                              </p:par>
                              <p:par>
                                <p:cTn id="205" presetID="42" presetClass="entr" presetSubtype="0" fill="hold" grpId="0" nodeType="withEffect">
                                  <p:stCondLst>
                                    <p:cond delay="1130"/>
                                  </p:stCondLst>
                                  <p:childTnLst>
                                    <p:set>
                                      <p:cBhvr>
                                        <p:cTn id="206" dur="1" fill="hold">
                                          <p:stCondLst>
                                            <p:cond delay="0"/>
                                          </p:stCondLst>
                                        </p:cTn>
                                        <p:tgtEl>
                                          <p:spTgt spid="44"/>
                                        </p:tgtEl>
                                        <p:attrNameLst>
                                          <p:attrName>style.visibility</p:attrName>
                                        </p:attrNameLst>
                                      </p:cBhvr>
                                      <p:to>
                                        <p:strVal val="visible"/>
                                      </p:to>
                                    </p:set>
                                    <p:animEffect transition="in" filter="fade">
                                      <p:cBhvr>
                                        <p:cTn id="207" dur="550"/>
                                        <p:tgtEl>
                                          <p:spTgt spid="44"/>
                                        </p:tgtEl>
                                      </p:cBhvr>
                                    </p:animEffect>
                                    <p:anim calcmode="lin" valueType="num">
                                      <p:cBhvr>
                                        <p:cTn id="208" dur="550" decel="100000" fill="hold"/>
                                        <p:tgtEl>
                                          <p:spTgt spid="44"/>
                                        </p:tgtEl>
                                        <p:attrNameLst>
                                          <p:attrName>ppt_x</p:attrName>
                                        </p:attrNameLst>
                                      </p:cBhvr>
                                      <p:tavLst>
                                        <p:tav tm="0">
                                          <p:val>
                                            <p:strVal val="#ppt_x"/>
                                          </p:val>
                                        </p:tav>
                                        <p:tav tm="100000">
                                          <p:val>
                                            <p:strVal val="#ppt_x"/>
                                          </p:val>
                                        </p:tav>
                                      </p:tavLst>
                                    </p:anim>
                                    <p:anim calcmode="lin" valueType="num">
                                      <p:cBhvr>
                                        <p:cTn id="209" dur="550" decel="100000" fill="hold"/>
                                        <p:tgtEl>
                                          <p:spTgt spid="44"/>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rb"/>
          <p:cNvSpPr/>
          <p:nvPr/>
        </p:nvSpPr>
        <p:spPr>
          <a:xfrm>
            <a:off x="-1737360" y="3474720"/>
            <a:ext cx="4754880" cy="4754880"/>
          </a:xfrm>
          <a:prstGeom prst="ellipse">
            <a:avLst/>
          </a:prstGeom>
          <a:solidFill>
            <a:srgbClr val="F97316">
              <a:alpha val="38000"/>
            </a:srgbClr>
          </a:solidFill>
          <a:ln w="12700">
            <a:solidFill>
              <a:srgbClr val="F97316"/>
            </a:solidFill>
            <a:prstDash val="solid"/>
          </a:ln>
          <a:effectLst>
            <a:softEdge rad="1700000"/>
          </a:effectLst>
        </p:spPr>
      </p:sp>
      <p:sp>
        <p:nvSpPr>
          <p:cNvPr id="3" name="s11 Text 1"/>
          <p:cNvSpPr/>
          <p:nvPr>
            <p:ph idx="101" type="title" hasCustomPrompt="1"/>
          </p:nvPr>
        </p:nvSpPr>
        <p:spPr>
          <a:xfrm>
            <a:off x="640080" y="457200"/>
            <a:ext cx="10908792" cy="777240"/>
          </a:xfrm>
          <a:prstGeom prst="rect">
            <a:avLst/>
          </a:prstGeom>
          <a:noFill/>
          <a:ln/>
        </p:spPr>
        <p:txBody>
          <a:bodyPr wrap="square" lIns="0" tIns="0" rIns="0" bIns="0" rtlCol="0" anchor="ctr"/>
          <a:lstStyle/>
          <a:p>
            <a:pPr algn="l" indent="0" marL="0">
              <a:buNone/>
            </a:pPr>
            <a:r>
              <a:rPr lang="en-US" sz="2600" dirty="0">
                <a:solidFill>
                  <a:srgbClr val="F1F5F9"/>
                </a:solidFill>
                <a:latin typeface="Arial Black" pitchFamily="34" charset="0"/>
                <a:ea typeface="Arial Black" pitchFamily="34" charset="-122"/>
                <a:cs typeface="Arial Black" pitchFamily="34" charset="-120"/>
              </a:rPr>
              <a:t>Five tables, one clear model</a:t>
            </a:r>
            <a:endParaRPr lang="en-US" sz="2600" dirty="0"/>
          </a:p>
        </p:txBody>
      </p:sp>
      <p:sp>
        <p:nvSpPr>
          <p:cNvPr id="4" name="anim-1-265"/>
          <p:cNvSpPr/>
          <p:nvPr/>
        </p:nvSpPr>
        <p:spPr>
          <a:xfrm>
            <a:off x="640080" y="1554480"/>
            <a:ext cx="3154680" cy="2011680"/>
          </a:xfrm>
          <a:prstGeom prst="roundRect">
            <a:avLst>
              <a:gd name="adj" fmla="val 6364"/>
            </a:avLst>
          </a:prstGeom>
          <a:solidFill>
            <a:srgbClr val="14142B"/>
          </a:solidFill>
          <a:ln w="9525">
            <a:solidFill>
              <a:srgbClr val="34345E"/>
            </a:solidFill>
            <a:prstDash val="solid"/>
          </a:ln>
        </p:spPr>
      </p:sp>
      <p:sp>
        <p:nvSpPr>
          <p:cNvPr id="5" name="anim-1-266"/>
          <p:cNvSpPr/>
          <p:nvPr/>
        </p:nvSpPr>
        <p:spPr>
          <a:xfrm>
            <a:off x="777240" y="1691640"/>
            <a:ext cx="2880360" cy="457200"/>
          </a:xfrm>
          <a:prstGeom prst="roundRect">
            <a:avLst>
              <a:gd name="adj" fmla="val 20000"/>
            </a:avLst>
          </a:prstGeom>
          <a:solidFill>
            <a:srgbClr val="A5B4FC">
              <a:alpha val="22000"/>
            </a:srgbClr>
          </a:solidFill>
          <a:ln w="12700">
            <a:solidFill>
              <a:srgbClr val="A5B4FC"/>
            </a:solidFill>
            <a:prstDash val="solid"/>
          </a:ln>
        </p:spPr>
      </p:sp>
      <p:sp>
        <p:nvSpPr>
          <p:cNvPr id="6" name="anim-1-267"/>
          <p:cNvSpPr txBox="1"/>
          <p:nvPr/>
        </p:nvSpPr>
        <p:spPr>
          <a:xfrm>
            <a:off x="777240" y="1691640"/>
            <a:ext cx="2880360" cy="457200"/>
          </a:xfrm>
          <a:prstGeom prst="rect">
            <a:avLst/>
          </a:prstGeom>
          <a:noFill/>
          <a:ln/>
        </p:spPr>
        <p:txBody>
          <a:bodyPr wrap="square" lIns="0" tIns="0" rIns="0" bIns="0" rtlCol="0" anchor="ctr"/>
          <a:lstStyle/>
          <a:p>
            <a:pPr algn="ctr" indent="0" marL="0">
              <a:buNone/>
            </a:pPr>
            <a:r>
              <a:rPr lang="en-US" sz="1700" b="1" dirty="0">
                <a:solidFill>
                  <a:srgbClr val="A5B4FC"/>
                </a:solidFill>
                <a:latin typeface="Calibri" pitchFamily="34" charset="0"/>
                <a:ea typeface="Calibri" pitchFamily="34" charset="-122"/>
                <a:cs typeface="Calibri" pitchFamily="34" charset="-120"/>
              </a:rPr>
              <a:t>Category</a:t>
            </a:r>
            <a:endParaRPr lang="en-US" sz="1700" dirty="0"/>
          </a:p>
        </p:txBody>
      </p:sp>
      <p:sp>
        <p:nvSpPr>
          <p:cNvPr id="7" name="anim-1-268"/>
          <p:cNvSpPr txBox="1"/>
          <p:nvPr/>
        </p:nvSpPr>
        <p:spPr>
          <a:xfrm>
            <a:off x="960120" y="2286000"/>
            <a:ext cx="2606040" cy="118872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name</a:t>
            </a:r>
            <a:endParaRPr lang="en-US" sz="1400" dirty="0"/>
          </a:p>
        </p:txBody>
      </p:sp>
      <p:sp>
        <p:nvSpPr>
          <p:cNvPr id="8" name="anim-2-269"/>
          <p:cNvSpPr/>
          <p:nvPr/>
        </p:nvSpPr>
        <p:spPr>
          <a:xfrm>
            <a:off x="4526280" y="1554480"/>
            <a:ext cx="3154680" cy="2011680"/>
          </a:xfrm>
          <a:prstGeom prst="roundRect">
            <a:avLst>
              <a:gd name="adj" fmla="val 6364"/>
            </a:avLst>
          </a:prstGeom>
          <a:solidFill>
            <a:srgbClr val="14142B"/>
          </a:solidFill>
          <a:ln w="9525">
            <a:solidFill>
              <a:srgbClr val="34345E"/>
            </a:solidFill>
            <a:prstDash val="solid"/>
          </a:ln>
        </p:spPr>
      </p:sp>
      <p:sp>
        <p:nvSpPr>
          <p:cNvPr id="9" name="anim-2-270"/>
          <p:cNvSpPr/>
          <p:nvPr/>
        </p:nvSpPr>
        <p:spPr>
          <a:xfrm>
            <a:off x="4663440" y="1691640"/>
            <a:ext cx="2880360" cy="457200"/>
          </a:xfrm>
          <a:prstGeom prst="roundRect">
            <a:avLst>
              <a:gd name="adj" fmla="val 20000"/>
            </a:avLst>
          </a:prstGeom>
          <a:solidFill>
            <a:srgbClr val="F472B6">
              <a:alpha val="22000"/>
            </a:srgbClr>
          </a:solidFill>
          <a:ln w="12700">
            <a:solidFill>
              <a:srgbClr val="F472B6"/>
            </a:solidFill>
            <a:prstDash val="solid"/>
          </a:ln>
        </p:spPr>
      </p:sp>
      <p:sp>
        <p:nvSpPr>
          <p:cNvPr id="10" name="anim-2-271"/>
          <p:cNvSpPr txBox="1"/>
          <p:nvPr/>
        </p:nvSpPr>
        <p:spPr>
          <a:xfrm>
            <a:off x="4663440" y="1691640"/>
            <a:ext cx="2880360" cy="457200"/>
          </a:xfrm>
          <a:prstGeom prst="rect">
            <a:avLst/>
          </a:prstGeom>
          <a:noFill/>
          <a:ln/>
        </p:spPr>
        <p:txBody>
          <a:bodyPr wrap="square" lIns="0" tIns="0" rIns="0" bIns="0" rtlCol="0" anchor="ctr"/>
          <a:lstStyle/>
          <a:p>
            <a:pPr algn="ctr" indent="0" marL="0">
              <a:buNone/>
            </a:pPr>
            <a:r>
              <a:rPr lang="en-US" sz="1700" b="1" dirty="0">
                <a:solidFill>
                  <a:srgbClr val="F472B6"/>
                </a:solidFill>
                <a:latin typeface="Calibri" pitchFamily="34" charset="0"/>
                <a:ea typeface="Calibri" pitchFamily="34" charset="-122"/>
                <a:cs typeface="Calibri" pitchFamily="34" charset="-120"/>
              </a:rPr>
              <a:t>Event</a:t>
            </a:r>
            <a:endParaRPr lang="en-US" sz="1700" dirty="0"/>
          </a:p>
        </p:txBody>
      </p:sp>
      <p:sp>
        <p:nvSpPr>
          <p:cNvPr id="11" name="anim-2-272"/>
          <p:cNvSpPr txBox="1"/>
          <p:nvPr/>
        </p:nvSpPr>
        <p:spPr>
          <a:xfrm>
            <a:off x="4846320" y="2286000"/>
            <a:ext cx="2606040" cy="118872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title, description</a:t>
            </a:r>
            <a:endParaRPr lang="en-US" sz="1400" dirty="0"/>
          </a:p>
          <a:p>
            <a:pPr indent="0" marL="0">
              <a:buNone/>
            </a:pPr>
            <a:r>
              <a:rPr lang="en-US" sz="1400" dirty="0">
                <a:solidFill>
                  <a:srgbClr val="A3AED0"/>
                </a:solidFill>
                <a:latin typeface="Calibri" pitchFamily="34" charset="0"/>
                <a:ea typeface="Calibri" pitchFamily="34" charset="-122"/>
                <a:cs typeface="Calibri" pitchFamily="34" charset="-120"/>
              </a:rPr>
              <a:t>venue, start time</a:t>
            </a:r>
            <a:endParaRPr lang="en-US" sz="1400" dirty="0"/>
          </a:p>
          <a:p>
            <a:pPr indent="0" marL="0">
              <a:buNone/>
            </a:pPr>
            <a:r>
              <a:rPr lang="en-US" sz="1400" dirty="0">
                <a:solidFill>
                  <a:srgbClr val="A3AED0"/>
                </a:solidFill>
                <a:latin typeface="Calibri" pitchFamily="34" charset="0"/>
                <a:ea typeface="Calibri" pitchFamily="34" charset="-122"/>
                <a:cs typeface="Calibri" pitchFamily="34" charset="-120"/>
              </a:rPr>
              <a:t>capacity</a:t>
            </a:r>
            <a:endParaRPr lang="en-US" sz="1400" dirty="0"/>
          </a:p>
          <a:p>
            <a:pPr indent="0" marL="0">
              <a:buNone/>
            </a:pPr>
            <a:r>
              <a:rPr lang="en-US" sz="1400" dirty="0">
                <a:solidFill>
                  <a:srgbClr val="A3AED0"/>
                </a:solidFill>
                <a:latin typeface="Calibri" pitchFamily="34" charset="0"/>
                <a:ea typeface="Calibri" pitchFamily="34" charset="-122"/>
                <a:cs typeface="Calibri" pitchFamily="34" charset="-120"/>
              </a:rPr>
              <a:t>category, organiser</a:t>
            </a:r>
            <a:endParaRPr lang="en-US" sz="1400" dirty="0"/>
          </a:p>
        </p:txBody>
      </p:sp>
      <p:sp>
        <p:nvSpPr>
          <p:cNvPr id="12" name="anim-3-273"/>
          <p:cNvSpPr/>
          <p:nvPr/>
        </p:nvSpPr>
        <p:spPr>
          <a:xfrm>
            <a:off x="8412480" y="1554480"/>
            <a:ext cx="3154680" cy="2011680"/>
          </a:xfrm>
          <a:prstGeom prst="roundRect">
            <a:avLst>
              <a:gd name="adj" fmla="val 6364"/>
            </a:avLst>
          </a:prstGeom>
          <a:solidFill>
            <a:srgbClr val="14142B"/>
          </a:solidFill>
          <a:ln w="9525">
            <a:solidFill>
              <a:srgbClr val="34345E"/>
            </a:solidFill>
            <a:prstDash val="solid"/>
          </a:ln>
        </p:spPr>
      </p:sp>
      <p:sp>
        <p:nvSpPr>
          <p:cNvPr id="13" name="anim-3-274"/>
          <p:cNvSpPr/>
          <p:nvPr/>
        </p:nvSpPr>
        <p:spPr>
          <a:xfrm>
            <a:off x="8549640" y="1691640"/>
            <a:ext cx="2880360" cy="457200"/>
          </a:xfrm>
          <a:prstGeom prst="roundRect">
            <a:avLst>
              <a:gd name="adj" fmla="val 20000"/>
            </a:avLst>
          </a:prstGeom>
          <a:solidFill>
            <a:srgbClr val="4ADE80">
              <a:alpha val="22000"/>
            </a:srgbClr>
          </a:solidFill>
          <a:ln w="12700">
            <a:solidFill>
              <a:srgbClr val="4ADE80"/>
            </a:solidFill>
            <a:prstDash val="solid"/>
          </a:ln>
        </p:spPr>
      </p:sp>
      <p:sp>
        <p:nvSpPr>
          <p:cNvPr id="14" name="anim-3-275"/>
          <p:cNvSpPr txBox="1"/>
          <p:nvPr/>
        </p:nvSpPr>
        <p:spPr>
          <a:xfrm>
            <a:off x="8549640" y="1691640"/>
            <a:ext cx="2880360" cy="457200"/>
          </a:xfrm>
          <a:prstGeom prst="rect">
            <a:avLst/>
          </a:prstGeom>
          <a:noFill/>
          <a:ln/>
        </p:spPr>
        <p:txBody>
          <a:bodyPr wrap="square" lIns="0" tIns="0" rIns="0" bIns="0" rtlCol="0" anchor="ctr"/>
          <a:lstStyle/>
          <a:p>
            <a:pPr algn="ctr" indent="0" marL="0">
              <a:buNone/>
            </a:pPr>
            <a:r>
              <a:rPr lang="en-US" sz="1700" b="1" dirty="0">
                <a:solidFill>
                  <a:srgbClr val="4ADE80"/>
                </a:solidFill>
                <a:latin typeface="Calibri" pitchFamily="34" charset="0"/>
                <a:ea typeface="Calibri" pitchFamily="34" charset="-122"/>
                <a:cs typeface="Calibri" pitchFamily="34" charset="-120"/>
              </a:rPr>
              <a:t>User (Django)</a:t>
            </a:r>
            <a:endParaRPr lang="en-US" sz="1700" dirty="0"/>
          </a:p>
        </p:txBody>
      </p:sp>
      <p:sp>
        <p:nvSpPr>
          <p:cNvPr id="15" name="anim-3-276"/>
          <p:cNvSpPr txBox="1"/>
          <p:nvPr/>
        </p:nvSpPr>
        <p:spPr>
          <a:xfrm>
            <a:off x="8732520" y="2286000"/>
            <a:ext cx="2606040" cy="118872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username, email</a:t>
            </a:r>
            <a:endParaRPr lang="en-US" sz="1400" dirty="0"/>
          </a:p>
          <a:p>
            <a:pPr indent="0" marL="0">
              <a:buNone/>
            </a:pPr>
            <a:r>
              <a:rPr lang="en-US" sz="1400" dirty="0">
                <a:solidFill>
                  <a:srgbClr val="A3AED0"/>
                </a:solidFill>
                <a:latin typeface="Calibri" pitchFamily="34" charset="0"/>
                <a:ea typeface="Calibri" pitchFamily="34" charset="-122"/>
                <a:cs typeface="Calibri" pitchFamily="34" charset="-120"/>
              </a:rPr>
              <a:t>password (hashed)</a:t>
            </a:r>
            <a:endParaRPr lang="en-US" sz="1400" dirty="0"/>
          </a:p>
        </p:txBody>
      </p:sp>
      <p:sp>
        <p:nvSpPr>
          <p:cNvPr id="16" name="anim-4-277"/>
          <p:cNvSpPr/>
          <p:nvPr/>
        </p:nvSpPr>
        <p:spPr>
          <a:xfrm>
            <a:off x="640080" y="3977640"/>
            <a:ext cx="3154680" cy="2011680"/>
          </a:xfrm>
          <a:prstGeom prst="roundRect">
            <a:avLst>
              <a:gd name="adj" fmla="val 6364"/>
            </a:avLst>
          </a:prstGeom>
          <a:solidFill>
            <a:srgbClr val="14142B"/>
          </a:solidFill>
          <a:ln w="9525">
            <a:solidFill>
              <a:srgbClr val="34345E"/>
            </a:solidFill>
            <a:prstDash val="solid"/>
          </a:ln>
        </p:spPr>
      </p:sp>
      <p:sp>
        <p:nvSpPr>
          <p:cNvPr id="17" name="anim-4-278"/>
          <p:cNvSpPr/>
          <p:nvPr/>
        </p:nvSpPr>
        <p:spPr>
          <a:xfrm>
            <a:off x="777240" y="4114800"/>
            <a:ext cx="2880360" cy="457200"/>
          </a:xfrm>
          <a:prstGeom prst="roundRect">
            <a:avLst>
              <a:gd name="adj" fmla="val 20000"/>
            </a:avLst>
          </a:prstGeom>
          <a:solidFill>
            <a:srgbClr val="F97316">
              <a:alpha val="22000"/>
            </a:srgbClr>
          </a:solidFill>
          <a:ln w="12700">
            <a:solidFill>
              <a:srgbClr val="F97316"/>
            </a:solidFill>
            <a:prstDash val="solid"/>
          </a:ln>
        </p:spPr>
      </p:sp>
      <p:sp>
        <p:nvSpPr>
          <p:cNvPr id="18" name="anim-4-279"/>
          <p:cNvSpPr txBox="1"/>
          <p:nvPr/>
        </p:nvSpPr>
        <p:spPr>
          <a:xfrm>
            <a:off x="777240" y="4114800"/>
            <a:ext cx="2880360" cy="457200"/>
          </a:xfrm>
          <a:prstGeom prst="rect">
            <a:avLst/>
          </a:prstGeom>
          <a:noFill/>
          <a:ln/>
        </p:spPr>
        <p:txBody>
          <a:bodyPr wrap="square" lIns="0" tIns="0" rIns="0" bIns="0" rtlCol="0" anchor="ctr"/>
          <a:lstStyle/>
          <a:p>
            <a:pPr algn="ctr" indent="0" marL="0">
              <a:buNone/>
            </a:pPr>
            <a:r>
              <a:rPr lang="en-US" sz="1700" b="1" dirty="0">
                <a:solidFill>
                  <a:srgbClr val="F97316"/>
                </a:solidFill>
                <a:latin typeface="Calibri" pitchFamily="34" charset="0"/>
                <a:ea typeface="Calibri" pitchFamily="34" charset="-122"/>
                <a:cs typeface="Calibri" pitchFamily="34" charset="-120"/>
              </a:rPr>
              <a:t>SavedEvent</a:t>
            </a:r>
            <a:endParaRPr lang="en-US" sz="1700" dirty="0"/>
          </a:p>
        </p:txBody>
      </p:sp>
      <p:sp>
        <p:nvSpPr>
          <p:cNvPr id="19" name="anim-4-280"/>
          <p:cNvSpPr txBox="1"/>
          <p:nvPr/>
        </p:nvSpPr>
        <p:spPr>
          <a:xfrm>
            <a:off x="960120" y="4709160"/>
            <a:ext cx="2606040" cy="118872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user, event</a:t>
            </a:r>
            <a:endParaRPr lang="en-US" sz="1400" dirty="0"/>
          </a:p>
          <a:p>
            <a:pPr indent="0" marL="0">
              <a:buNone/>
            </a:pPr>
            <a:r>
              <a:rPr lang="en-US" sz="1400" dirty="0">
                <a:solidFill>
                  <a:srgbClr val="A3AED0"/>
                </a:solidFill>
                <a:latin typeface="Calibri" pitchFamily="34" charset="0"/>
                <a:ea typeface="Calibri" pitchFamily="34" charset="-122"/>
                <a:cs typeface="Calibri" pitchFamily="34" charset="-120"/>
              </a:rPr>
              <a:t>one save per pair</a:t>
            </a:r>
            <a:endParaRPr lang="en-US" sz="1400" dirty="0"/>
          </a:p>
        </p:txBody>
      </p:sp>
      <p:sp>
        <p:nvSpPr>
          <p:cNvPr id="20" name="anim-5-281"/>
          <p:cNvSpPr/>
          <p:nvPr/>
        </p:nvSpPr>
        <p:spPr>
          <a:xfrm>
            <a:off x="4526280" y="3977640"/>
            <a:ext cx="3154680" cy="2011680"/>
          </a:xfrm>
          <a:prstGeom prst="roundRect">
            <a:avLst>
              <a:gd name="adj" fmla="val 6364"/>
            </a:avLst>
          </a:prstGeom>
          <a:solidFill>
            <a:srgbClr val="14142B"/>
          </a:solidFill>
          <a:ln w="9525">
            <a:solidFill>
              <a:srgbClr val="34345E"/>
            </a:solidFill>
            <a:prstDash val="solid"/>
          </a:ln>
        </p:spPr>
      </p:sp>
      <p:sp>
        <p:nvSpPr>
          <p:cNvPr id="21" name="anim-5-282"/>
          <p:cNvSpPr/>
          <p:nvPr/>
        </p:nvSpPr>
        <p:spPr>
          <a:xfrm>
            <a:off x="4663440" y="4114800"/>
            <a:ext cx="2880360" cy="457200"/>
          </a:xfrm>
          <a:prstGeom prst="roundRect">
            <a:avLst>
              <a:gd name="adj" fmla="val 20000"/>
            </a:avLst>
          </a:prstGeom>
          <a:solidFill>
            <a:srgbClr val="F472B6">
              <a:alpha val="22000"/>
            </a:srgbClr>
          </a:solidFill>
          <a:ln w="12700">
            <a:solidFill>
              <a:srgbClr val="F472B6"/>
            </a:solidFill>
            <a:prstDash val="solid"/>
          </a:ln>
        </p:spPr>
      </p:sp>
      <p:sp>
        <p:nvSpPr>
          <p:cNvPr id="22" name="anim-5-283"/>
          <p:cNvSpPr txBox="1"/>
          <p:nvPr/>
        </p:nvSpPr>
        <p:spPr>
          <a:xfrm>
            <a:off x="4663440" y="4114800"/>
            <a:ext cx="2880360" cy="457200"/>
          </a:xfrm>
          <a:prstGeom prst="rect">
            <a:avLst/>
          </a:prstGeom>
          <a:noFill/>
          <a:ln/>
        </p:spPr>
        <p:txBody>
          <a:bodyPr wrap="square" lIns="0" tIns="0" rIns="0" bIns="0" rtlCol="0" anchor="ctr"/>
          <a:lstStyle/>
          <a:p>
            <a:pPr algn="ctr" indent="0" marL="0">
              <a:buNone/>
            </a:pPr>
            <a:r>
              <a:rPr lang="en-US" sz="1700" b="1" dirty="0">
                <a:solidFill>
                  <a:srgbClr val="F472B6"/>
                </a:solidFill>
                <a:latin typeface="Calibri" pitchFamily="34" charset="0"/>
                <a:ea typeface="Calibri" pitchFamily="34" charset="-122"/>
                <a:cs typeface="Calibri" pitchFamily="34" charset="-120"/>
              </a:rPr>
              <a:t>Registration</a:t>
            </a:r>
            <a:endParaRPr lang="en-US" sz="1700" dirty="0"/>
          </a:p>
        </p:txBody>
      </p:sp>
      <p:sp>
        <p:nvSpPr>
          <p:cNvPr id="23" name="anim-5-284"/>
          <p:cNvSpPr txBox="1"/>
          <p:nvPr/>
        </p:nvSpPr>
        <p:spPr>
          <a:xfrm>
            <a:off x="4846320" y="4709160"/>
            <a:ext cx="2606040" cy="118872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event, user</a:t>
            </a:r>
            <a:endParaRPr lang="en-US" sz="1400" dirty="0"/>
          </a:p>
          <a:p>
            <a:pPr indent="0" marL="0">
              <a:buNone/>
            </a:pPr>
            <a:r>
              <a:rPr lang="en-US" sz="1400" dirty="0">
                <a:solidFill>
                  <a:srgbClr val="A3AED0"/>
                </a:solidFill>
                <a:latin typeface="Calibri" pitchFamily="34" charset="0"/>
                <a:ea typeface="Calibri" pitchFamily="34" charset="-122"/>
                <a:cs typeface="Calibri" pitchFamily="34" charset="-120"/>
              </a:rPr>
              <a:t>status: confirmed or waitlisted</a:t>
            </a:r>
            <a:endParaRPr lang="en-US" sz="1400" dirty="0"/>
          </a:p>
          <a:p>
            <a:pPr indent="0" marL="0">
              <a:buNone/>
            </a:pPr>
            <a:r>
              <a:rPr lang="en-US" sz="1400" dirty="0">
                <a:solidFill>
                  <a:srgbClr val="A3AED0"/>
                </a:solidFill>
                <a:latin typeface="Calibri" pitchFamily="34" charset="0"/>
                <a:ea typeface="Calibri" pitchFamily="34" charset="-122"/>
                <a:cs typeface="Calibri" pitchFamily="34" charset="-120"/>
              </a:rPr>
              <a:t>checked_in</a:t>
            </a:r>
            <a:endParaRPr lang="en-US" sz="1400" dirty="0"/>
          </a:p>
          <a:p>
            <a:pPr indent="0" marL="0">
              <a:buNone/>
            </a:pPr>
            <a:r>
              <a:rPr lang="en-US" sz="1400" dirty="0">
                <a:solidFill>
                  <a:srgbClr val="A3AED0"/>
                </a:solidFill>
                <a:latin typeface="Calibri" pitchFamily="34" charset="0"/>
                <a:ea typeface="Calibri" pitchFamily="34" charset="-122"/>
                <a:cs typeface="Calibri" pitchFamily="34" charset="-120"/>
              </a:rPr>
              <a:t>one seat per pair</a:t>
            </a:r>
            <a:endParaRPr lang="en-US" sz="1400" dirty="0"/>
          </a:p>
        </p:txBody>
      </p:sp>
      <p:sp>
        <p:nvSpPr>
          <p:cNvPr id="24" name="anim-6-285"/>
          <p:cNvSpPr/>
          <p:nvPr/>
        </p:nvSpPr>
        <p:spPr>
          <a:xfrm>
            <a:off x="8412480" y="3977640"/>
            <a:ext cx="3154680" cy="2011680"/>
          </a:xfrm>
          <a:prstGeom prst="roundRect">
            <a:avLst>
              <a:gd name="adj" fmla="val 6364"/>
            </a:avLst>
          </a:prstGeom>
          <a:solidFill>
            <a:srgbClr val="14142B"/>
          </a:solidFill>
          <a:ln w="9525">
            <a:solidFill>
              <a:srgbClr val="34345E"/>
            </a:solidFill>
            <a:prstDash val="solid"/>
          </a:ln>
        </p:spPr>
      </p:sp>
      <p:sp>
        <p:nvSpPr>
          <p:cNvPr id="25" name="anim-6-286"/>
          <p:cNvSpPr/>
          <p:nvPr/>
        </p:nvSpPr>
        <p:spPr>
          <a:xfrm>
            <a:off x="8549640" y="4114800"/>
            <a:ext cx="2880360" cy="457200"/>
          </a:xfrm>
          <a:prstGeom prst="roundRect">
            <a:avLst>
              <a:gd name="adj" fmla="val 20000"/>
            </a:avLst>
          </a:prstGeom>
          <a:solidFill>
            <a:srgbClr val="A5B4FC">
              <a:alpha val="22000"/>
            </a:srgbClr>
          </a:solidFill>
          <a:ln w="12700">
            <a:solidFill>
              <a:srgbClr val="A5B4FC"/>
            </a:solidFill>
            <a:prstDash val="solid"/>
          </a:ln>
        </p:spPr>
      </p:sp>
      <p:sp>
        <p:nvSpPr>
          <p:cNvPr id="26" name="anim-6-287"/>
          <p:cNvSpPr txBox="1"/>
          <p:nvPr/>
        </p:nvSpPr>
        <p:spPr>
          <a:xfrm>
            <a:off x="8549640" y="4114800"/>
            <a:ext cx="2880360" cy="457200"/>
          </a:xfrm>
          <a:prstGeom prst="rect">
            <a:avLst/>
          </a:prstGeom>
          <a:noFill/>
          <a:ln/>
        </p:spPr>
        <p:txBody>
          <a:bodyPr wrap="square" lIns="0" tIns="0" rIns="0" bIns="0" rtlCol="0" anchor="ctr"/>
          <a:lstStyle/>
          <a:p>
            <a:pPr algn="ctr" indent="0" marL="0">
              <a:buNone/>
            </a:pPr>
            <a:r>
              <a:rPr lang="en-US" sz="1700" b="1" dirty="0">
                <a:solidFill>
                  <a:srgbClr val="A5B4FC"/>
                </a:solidFill>
                <a:latin typeface="Calibri" pitchFamily="34" charset="0"/>
                <a:ea typeface="Calibri" pitchFamily="34" charset="-122"/>
                <a:cs typeface="Calibri" pitchFamily="34" charset="-120"/>
              </a:rPr>
              <a:t>Notification</a:t>
            </a:r>
            <a:endParaRPr lang="en-US" sz="1700" dirty="0"/>
          </a:p>
        </p:txBody>
      </p:sp>
      <p:sp>
        <p:nvSpPr>
          <p:cNvPr id="27" name="anim-6-288"/>
          <p:cNvSpPr txBox="1"/>
          <p:nvPr/>
        </p:nvSpPr>
        <p:spPr>
          <a:xfrm>
            <a:off x="8732520" y="4709160"/>
            <a:ext cx="2606040" cy="118872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user, message, link</a:t>
            </a:r>
            <a:endParaRPr lang="en-US" sz="1400" dirty="0"/>
          </a:p>
          <a:p>
            <a:pPr indent="0" marL="0">
              <a:buNone/>
            </a:pPr>
            <a:r>
              <a:rPr lang="en-US" sz="1400" dirty="0">
                <a:solidFill>
                  <a:srgbClr val="A3AED0"/>
                </a:solidFill>
                <a:latin typeface="Calibri" pitchFamily="34" charset="0"/>
                <a:ea typeface="Calibri" pitchFamily="34" charset="-122"/>
                <a:cs typeface="Calibri" pitchFamily="34" charset="-120"/>
              </a:rPr>
              <a:t>created and read time</a:t>
            </a:r>
            <a:endParaRPr lang="en-US" sz="1400" dirty="0"/>
          </a:p>
        </p:txBody>
      </p:sp>
      <p:sp>
        <p:nvSpPr>
          <p:cNvPr id="28" name="anim-7-289"/>
          <p:cNvSpPr/>
          <p:nvPr/>
        </p:nvSpPr>
        <p:spPr>
          <a:xfrm>
            <a:off x="3840480" y="2377440"/>
            <a:ext cx="640080" cy="0"/>
          </a:xfrm>
          <a:prstGeom prst="line">
            <a:avLst/>
          </a:prstGeom>
          <a:noFill/>
          <a:ln w="19050">
            <a:solidFill>
              <a:srgbClr val="A3AED0"/>
            </a:solidFill>
            <a:prstDash val="solid"/>
            <a:tailEnd type="triangle"/>
          </a:ln>
        </p:spPr>
      </p:sp>
      <p:sp>
        <p:nvSpPr>
          <p:cNvPr id="29" name="anim-7-290"/>
          <p:cNvSpPr txBox="1"/>
          <p:nvPr/>
        </p:nvSpPr>
        <p:spPr>
          <a:xfrm>
            <a:off x="3657600" y="2011680"/>
            <a:ext cx="914400" cy="274320"/>
          </a:xfrm>
          <a:prstGeom prst="rect">
            <a:avLst/>
          </a:prstGeom>
          <a:noFill/>
          <a:ln/>
        </p:spPr>
        <p:txBody>
          <a:bodyPr wrap="square" lIns="0" tIns="0" rIns="0" bIns="0" rtlCol="0" anchor="t"/>
          <a:lstStyle/>
          <a:p>
            <a:pPr algn="ctr" indent="0" marL="0">
              <a:buNone/>
            </a:pPr>
            <a:r>
              <a:rPr lang="en-US" sz="1200" dirty="0">
                <a:solidFill>
                  <a:srgbClr val="A3AED0"/>
                </a:solidFill>
                <a:latin typeface="Calibri" pitchFamily="34" charset="0"/>
                <a:ea typeface="Calibri" pitchFamily="34" charset="-122"/>
                <a:cs typeface="Calibri" pitchFamily="34" charset="-120"/>
              </a:rPr>
              <a:t>groups</a:t>
            </a:r>
            <a:endParaRPr lang="en-US" sz="1200" dirty="0"/>
          </a:p>
        </p:txBody>
      </p:sp>
      <p:sp>
        <p:nvSpPr>
          <p:cNvPr id="30" name="anim-7-291"/>
          <p:cNvSpPr/>
          <p:nvPr/>
        </p:nvSpPr>
        <p:spPr>
          <a:xfrm flipH="1">
            <a:off x="7726680" y="2377440"/>
            <a:ext cx="640080" cy="0"/>
          </a:xfrm>
          <a:prstGeom prst="line">
            <a:avLst/>
          </a:prstGeom>
          <a:noFill/>
          <a:ln w="19050">
            <a:solidFill>
              <a:srgbClr val="A3AED0"/>
            </a:solidFill>
            <a:prstDash val="solid"/>
            <a:tailEnd type="triangle"/>
          </a:ln>
        </p:spPr>
      </p:sp>
      <p:sp>
        <p:nvSpPr>
          <p:cNvPr id="31" name="anim-7-292"/>
          <p:cNvSpPr txBox="1"/>
          <p:nvPr/>
        </p:nvSpPr>
        <p:spPr>
          <a:xfrm>
            <a:off x="7589520" y="2011680"/>
            <a:ext cx="914400" cy="274320"/>
          </a:xfrm>
          <a:prstGeom prst="rect">
            <a:avLst/>
          </a:prstGeom>
          <a:noFill/>
          <a:ln/>
        </p:spPr>
        <p:txBody>
          <a:bodyPr wrap="square" lIns="0" tIns="0" rIns="0" bIns="0" rtlCol="0" anchor="t"/>
          <a:lstStyle/>
          <a:p>
            <a:pPr algn="ctr" indent="0" marL="0">
              <a:buNone/>
            </a:pPr>
            <a:r>
              <a:rPr lang="en-US" sz="1200" dirty="0">
                <a:solidFill>
                  <a:srgbClr val="A3AED0"/>
                </a:solidFill>
                <a:latin typeface="Calibri" pitchFamily="34" charset="0"/>
                <a:ea typeface="Calibri" pitchFamily="34" charset="-122"/>
                <a:cs typeface="Calibri" pitchFamily="34" charset="-120"/>
              </a:rPr>
              <a:t>hosts</a:t>
            </a:r>
            <a:endParaRPr lang="en-US" sz="1200" dirty="0"/>
          </a:p>
        </p:txBody>
      </p:sp>
      <p:sp>
        <p:nvSpPr>
          <p:cNvPr id="32" name="anim-7-293"/>
          <p:cNvSpPr/>
          <p:nvPr/>
        </p:nvSpPr>
        <p:spPr>
          <a:xfrm>
            <a:off x="6126480" y="3611880"/>
            <a:ext cx="0" cy="320040"/>
          </a:xfrm>
          <a:prstGeom prst="line">
            <a:avLst/>
          </a:prstGeom>
          <a:noFill/>
          <a:ln w="19050">
            <a:solidFill>
              <a:srgbClr val="A3AED0"/>
            </a:solidFill>
            <a:prstDash val="solid"/>
            <a:tailEnd type="triangle"/>
          </a:ln>
        </p:spPr>
      </p:sp>
      <p:sp>
        <p:nvSpPr>
          <p:cNvPr id="33" name="anim-7-294"/>
          <p:cNvSpPr/>
          <p:nvPr/>
        </p:nvSpPr>
        <p:spPr>
          <a:xfrm>
            <a:off x="9966960" y="3611880"/>
            <a:ext cx="0" cy="320040"/>
          </a:xfrm>
          <a:prstGeom prst="line">
            <a:avLst/>
          </a:prstGeom>
          <a:noFill/>
          <a:ln w="19050">
            <a:solidFill>
              <a:srgbClr val="A3AED0"/>
            </a:solidFill>
            <a:prstDash val="solid"/>
            <a:tailEnd type="triangle"/>
          </a:ln>
        </p:spPr>
      </p:sp>
      <p:sp>
        <p:nvSpPr>
          <p:cNvPr id="34" name="anim-7-295"/>
          <p:cNvSpPr txBox="1"/>
          <p:nvPr/>
        </p:nvSpPr>
        <p:spPr>
          <a:xfrm>
            <a:off x="10058400" y="3657600"/>
            <a:ext cx="1280160" cy="274320"/>
          </a:xfrm>
          <a:prstGeom prst="rect">
            <a:avLst/>
          </a:prstGeom>
          <a:noFill/>
          <a:ln/>
        </p:spPr>
        <p:txBody>
          <a:bodyPr wrap="square" lIns="0" tIns="0" rIns="0" bIns="0" rtlCol="0" anchor="t"/>
          <a:lstStyle/>
          <a:p>
            <a:pPr indent="0" marL="0">
              <a:buNone/>
            </a:pPr>
            <a:r>
              <a:rPr lang="en-US" sz="1200" dirty="0">
                <a:solidFill>
                  <a:srgbClr val="A3AED0"/>
                </a:solidFill>
                <a:latin typeface="Calibri" pitchFamily="34" charset="0"/>
                <a:ea typeface="Calibri" pitchFamily="34" charset="-122"/>
                <a:cs typeface="Calibri" pitchFamily="34" charset="-120"/>
              </a:rPr>
              <a:t>receives</a:t>
            </a:r>
            <a:endParaRPr lang="en-US" sz="1200" dirty="0"/>
          </a:p>
        </p:txBody>
      </p:sp>
      <p:sp>
        <p:nvSpPr>
          <p:cNvPr id="35" name="anim-7-296"/>
          <p:cNvSpPr txBox="1"/>
          <p:nvPr/>
        </p:nvSpPr>
        <p:spPr>
          <a:xfrm>
            <a:off x="6217920" y="3657600"/>
            <a:ext cx="1097280" cy="274320"/>
          </a:xfrm>
          <a:prstGeom prst="rect">
            <a:avLst/>
          </a:prstGeom>
          <a:noFill/>
          <a:ln/>
        </p:spPr>
        <p:txBody>
          <a:bodyPr wrap="square" lIns="0" tIns="0" rIns="0" bIns="0" rtlCol="0" anchor="t"/>
          <a:lstStyle/>
          <a:p>
            <a:pPr indent="0" marL="0">
              <a:buNone/>
            </a:pPr>
            <a:r>
              <a:rPr lang="en-US" sz="1200" dirty="0">
                <a:solidFill>
                  <a:srgbClr val="A3AED0"/>
                </a:solidFill>
                <a:latin typeface="Calibri" pitchFamily="34" charset="0"/>
                <a:ea typeface="Calibri" pitchFamily="34" charset="-122"/>
                <a:cs typeface="Calibri" pitchFamily="34" charset="-120"/>
              </a:rPr>
              <a:t>has many</a:t>
            </a:r>
            <a:endParaRPr lang="en-US" sz="1200" dirty="0"/>
          </a:p>
        </p:txBody>
      </p:sp>
      <p:sp>
        <p:nvSpPr>
          <p:cNvPr id="25" name="s11 Slide Number Placeholder 0"/>
          <p:cNvSpPr>
            <a:spLocks noGrp="1"/>
          </p:cNvSpPr>
          <p:nvPr>
            <p:ph type="sldNum" sz="quarter" idx="4294967295"/>
          </p:nvPr>
        </p:nvSpPr>
        <p:spPr>
          <a:xfrm>
            <a:off x="1106424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ED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decel="100000" fill="hold"/>
                                        <p:tgtEl>
                                          <p:spTgt spid="4"/>
                                        </p:tgtEl>
                                        <p:attrNameLst>
                                          <p:attrName>ppt_x</p:attrName>
                                        </p:attrNameLst>
                                      </p:cBhvr>
                                      <p:tavLst>
                                        <p:tav tm="0">
                                          <p:val>
                                            <p:strVal val="#ppt_x"/>
                                          </p:val>
                                        </p:tav>
                                        <p:tav tm="100000">
                                          <p:val>
                                            <p:strVal val="#ppt_x"/>
                                          </p:val>
                                        </p:tav>
                                      </p:tavLst>
                                    </p:anim>
                                    <p:anim calcmode="lin" valueType="num">
                                      <p:cBhvr>
                                        <p:cTn id="9" dur="550" decel="100000" fill="hold"/>
                                        <p:tgtEl>
                                          <p:spTgt spid="4"/>
                                        </p:tgtEl>
                                        <p:attrNameLst>
                                          <p:attrName>ppt_y</p:attrName>
                                        </p:attrNameLst>
                                      </p:cBhvr>
                                      <p:tavLst>
                                        <p:tav tm="0">
                                          <p:val>
                                            <p:strVal val="#ppt_y+.035"/>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decel="100000" fill="hold"/>
                                        <p:tgtEl>
                                          <p:spTgt spid="5"/>
                                        </p:tgtEl>
                                        <p:attrNameLst>
                                          <p:attrName>ppt_x</p:attrName>
                                        </p:attrNameLst>
                                      </p:cBhvr>
                                      <p:tavLst>
                                        <p:tav tm="0">
                                          <p:val>
                                            <p:strVal val="#ppt_x"/>
                                          </p:val>
                                        </p:tav>
                                        <p:tav tm="100000">
                                          <p:val>
                                            <p:strVal val="#ppt_x"/>
                                          </p:val>
                                        </p:tav>
                                      </p:tavLst>
                                    </p:anim>
                                    <p:anim calcmode="lin" valueType="num">
                                      <p:cBhvr>
                                        <p:cTn id="14" dur="550" decel="100000" fill="hold"/>
                                        <p:tgtEl>
                                          <p:spTgt spid="5"/>
                                        </p:tgtEl>
                                        <p:attrNameLst>
                                          <p:attrName>ppt_y</p:attrName>
                                        </p:attrNameLst>
                                      </p:cBhvr>
                                      <p:tavLst>
                                        <p:tav tm="0">
                                          <p:val>
                                            <p:strVal val="#ppt_y+.035"/>
                                          </p:val>
                                        </p:tav>
                                        <p:tav tm="100000">
                                          <p:val>
                                            <p:strVal val="#ppt_y"/>
                                          </p:val>
                                        </p:tav>
                                      </p:tavLst>
                                    </p:anim>
                                  </p:childTnLst>
                                </p:cTn>
                              </p:par>
                              <p:par>
                                <p:cTn id="15" presetID="42" presetClass="entr" presetSubtype="0" fill="hold" grpId="0" nodeType="withEffect">
                                  <p:stCondLst>
                                    <p:cond delay="2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decel="100000" fill="hold"/>
                                        <p:tgtEl>
                                          <p:spTgt spid="6"/>
                                        </p:tgtEl>
                                        <p:attrNameLst>
                                          <p:attrName>ppt_x</p:attrName>
                                        </p:attrNameLst>
                                      </p:cBhvr>
                                      <p:tavLst>
                                        <p:tav tm="0">
                                          <p:val>
                                            <p:strVal val="#ppt_x"/>
                                          </p:val>
                                        </p:tav>
                                        <p:tav tm="100000">
                                          <p:val>
                                            <p:strVal val="#ppt_x"/>
                                          </p:val>
                                        </p:tav>
                                      </p:tavLst>
                                    </p:anim>
                                    <p:anim calcmode="lin" valueType="num">
                                      <p:cBhvr>
                                        <p:cTn id="19" dur="550" decel="100000" fill="hold"/>
                                        <p:tgtEl>
                                          <p:spTgt spid="6"/>
                                        </p:tgtEl>
                                        <p:attrNameLst>
                                          <p:attrName>ppt_y</p:attrName>
                                        </p:attrNameLst>
                                      </p:cBhvr>
                                      <p:tavLst>
                                        <p:tav tm="0">
                                          <p:val>
                                            <p:strVal val="#ppt_y+.035"/>
                                          </p:val>
                                        </p:tav>
                                        <p:tav tm="100000">
                                          <p:val>
                                            <p:strVal val="#ppt_y"/>
                                          </p:val>
                                        </p:tav>
                                      </p:tavLst>
                                    </p:anim>
                                  </p:childTnLst>
                                </p:cTn>
                              </p:par>
                              <p:par>
                                <p:cTn id="20" presetID="42" presetClass="entr" presetSubtype="0" fill="hold" grpId="0" nodeType="withEffect">
                                  <p:stCondLst>
                                    <p:cond delay="2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decel="100000" fill="hold"/>
                                        <p:tgtEl>
                                          <p:spTgt spid="7"/>
                                        </p:tgtEl>
                                        <p:attrNameLst>
                                          <p:attrName>ppt_x</p:attrName>
                                        </p:attrNameLst>
                                      </p:cBhvr>
                                      <p:tavLst>
                                        <p:tav tm="0">
                                          <p:val>
                                            <p:strVal val="#ppt_x"/>
                                          </p:val>
                                        </p:tav>
                                        <p:tav tm="100000">
                                          <p:val>
                                            <p:strVal val="#ppt_x"/>
                                          </p:val>
                                        </p:tav>
                                      </p:tavLst>
                                    </p:anim>
                                    <p:anim calcmode="lin" valueType="num">
                                      <p:cBhvr>
                                        <p:cTn id="24" dur="550" decel="100000" fill="hold"/>
                                        <p:tgtEl>
                                          <p:spTgt spid="7"/>
                                        </p:tgtEl>
                                        <p:attrNameLst>
                                          <p:attrName>ppt_y</p:attrName>
                                        </p:attrNameLst>
                                      </p:cBhvr>
                                      <p:tavLst>
                                        <p:tav tm="0">
                                          <p:val>
                                            <p:strVal val="#ppt_y+.035"/>
                                          </p:val>
                                        </p:tav>
                                        <p:tav tm="100000">
                                          <p:val>
                                            <p:strVal val="#ppt_y"/>
                                          </p:val>
                                        </p:tav>
                                      </p:tavLst>
                                    </p:anim>
                                  </p:childTnLst>
                                </p:cTn>
                              </p:par>
                              <p:par>
                                <p:cTn id="25" presetID="42" presetClass="entr" presetSubtype="0" fill="hold" grpId="0" nodeType="withEffect">
                                  <p:stCondLst>
                                    <p:cond delay="47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decel="100000" fill="hold"/>
                                        <p:tgtEl>
                                          <p:spTgt spid="8"/>
                                        </p:tgtEl>
                                        <p:attrNameLst>
                                          <p:attrName>ppt_x</p:attrName>
                                        </p:attrNameLst>
                                      </p:cBhvr>
                                      <p:tavLst>
                                        <p:tav tm="0">
                                          <p:val>
                                            <p:strVal val="#ppt_x"/>
                                          </p:val>
                                        </p:tav>
                                        <p:tav tm="100000">
                                          <p:val>
                                            <p:strVal val="#ppt_x"/>
                                          </p:val>
                                        </p:tav>
                                      </p:tavLst>
                                    </p:anim>
                                    <p:anim calcmode="lin" valueType="num">
                                      <p:cBhvr>
                                        <p:cTn id="29" dur="550" decel="100000" fill="hold"/>
                                        <p:tgtEl>
                                          <p:spTgt spid="8"/>
                                        </p:tgtEl>
                                        <p:attrNameLst>
                                          <p:attrName>ppt_y</p:attrName>
                                        </p:attrNameLst>
                                      </p:cBhvr>
                                      <p:tavLst>
                                        <p:tav tm="0">
                                          <p:val>
                                            <p:strVal val="#ppt_y+.035"/>
                                          </p:val>
                                        </p:tav>
                                        <p:tav tm="100000">
                                          <p:val>
                                            <p:strVal val="#ppt_y"/>
                                          </p:val>
                                        </p:tav>
                                      </p:tavLst>
                                    </p:anim>
                                  </p:childTnLst>
                                </p:cTn>
                              </p:par>
                              <p:par>
                                <p:cTn id="30" presetID="42" presetClass="entr" presetSubtype="0" fill="hold" grpId="0" nodeType="withEffect">
                                  <p:stCondLst>
                                    <p:cond delay="47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p:cTn id="33" dur="550" decel="100000" fill="hold"/>
                                        <p:tgtEl>
                                          <p:spTgt spid="9"/>
                                        </p:tgtEl>
                                        <p:attrNameLst>
                                          <p:attrName>ppt_x</p:attrName>
                                        </p:attrNameLst>
                                      </p:cBhvr>
                                      <p:tavLst>
                                        <p:tav tm="0">
                                          <p:val>
                                            <p:strVal val="#ppt_x"/>
                                          </p:val>
                                        </p:tav>
                                        <p:tav tm="100000">
                                          <p:val>
                                            <p:strVal val="#ppt_x"/>
                                          </p:val>
                                        </p:tav>
                                      </p:tavLst>
                                    </p:anim>
                                    <p:anim calcmode="lin" valueType="num">
                                      <p:cBhvr>
                                        <p:cTn id="34" dur="550" decel="100000" fill="hold"/>
                                        <p:tgtEl>
                                          <p:spTgt spid="9"/>
                                        </p:tgtEl>
                                        <p:attrNameLst>
                                          <p:attrName>ppt_y</p:attrName>
                                        </p:attrNameLst>
                                      </p:cBhvr>
                                      <p:tavLst>
                                        <p:tav tm="0">
                                          <p:val>
                                            <p:strVal val="#ppt_y+.035"/>
                                          </p:val>
                                        </p:tav>
                                        <p:tav tm="100000">
                                          <p:val>
                                            <p:strVal val="#ppt_y"/>
                                          </p:val>
                                        </p:tav>
                                      </p:tavLst>
                                    </p:anim>
                                  </p:childTnLst>
                                </p:cTn>
                              </p:par>
                              <p:par>
                                <p:cTn id="35" presetID="42" presetClass="entr" presetSubtype="0" fill="hold" grpId="0" nodeType="withEffect">
                                  <p:stCondLst>
                                    <p:cond delay="47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p:cTn id="38" dur="550" decel="100000" fill="hold"/>
                                        <p:tgtEl>
                                          <p:spTgt spid="10"/>
                                        </p:tgtEl>
                                        <p:attrNameLst>
                                          <p:attrName>ppt_x</p:attrName>
                                        </p:attrNameLst>
                                      </p:cBhvr>
                                      <p:tavLst>
                                        <p:tav tm="0">
                                          <p:val>
                                            <p:strVal val="#ppt_x"/>
                                          </p:val>
                                        </p:tav>
                                        <p:tav tm="100000">
                                          <p:val>
                                            <p:strVal val="#ppt_x"/>
                                          </p:val>
                                        </p:tav>
                                      </p:tavLst>
                                    </p:anim>
                                    <p:anim calcmode="lin" valueType="num">
                                      <p:cBhvr>
                                        <p:cTn id="39" dur="550" decel="100000" fill="hold"/>
                                        <p:tgtEl>
                                          <p:spTgt spid="10"/>
                                        </p:tgtEl>
                                        <p:attrNameLst>
                                          <p:attrName>ppt_y</p:attrName>
                                        </p:attrNameLst>
                                      </p:cBhvr>
                                      <p:tavLst>
                                        <p:tav tm="0">
                                          <p:val>
                                            <p:strVal val="#ppt_y+.035"/>
                                          </p:val>
                                        </p:tav>
                                        <p:tav tm="100000">
                                          <p:val>
                                            <p:strVal val="#ppt_y"/>
                                          </p:val>
                                        </p:tav>
                                      </p:tavLst>
                                    </p:anim>
                                  </p:childTnLst>
                                </p:cTn>
                              </p:par>
                              <p:par>
                                <p:cTn id="40" presetID="42" presetClass="entr" presetSubtype="0" fill="hold" grpId="0" nodeType="withEffect">
                                  <p:stCondLst>
                                    <p:cond delay="47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p:cTn id="43" dur="550" decel="100000" fill="hold"/>
                                        <p:tgtEl>
                                          <p:spTgt spid="11"/>
                                        </p:tgtEl>
                                        <p:attrNameLst>
                                          <p:attrName>ppt_x</p:attrName>
                                        </p:attrNameLst>
                                      </p:cBhvr>
                                      <p:tavLst>
                                        <p:tav tm="0">
                                          <p:val>
                                            <p:strVal val="#ppt_x"/>
                                          </p:val>
                                        </p:tav>
                                        <p:tav tm="100000">
                                          <p:val>
                                            <p:strVal val="#ppt_x"/>
                                          </p:val>
                                        </p:tav>
                                      </p:tavLst>
                                    </p:anim>
                                    <p:anim calcmode="lin" valueType="num">
                                      <p:cBhvr>
                                        <p:cTn id="44" dur="550" decel="100000" fill="hold"/>
                                        <p:tgtEl>
                                          <p:spTgt spid="11"/>
                                        </p:tgtEl>
                                        <p:attrNameLst>
                                          <p:attrName>ppt_y</p:attrName>
                                        </p:attrNameLst>
                                      </p:cBhvr>
                                      <p:tavLst>
                                        <p:tav tm="0">
                                          <p:val>
                                            <p:strVal val="#ppt_y+.035"/>
                                          </p:val>
                                        </p:tav>
                                        <p:tav tm="100000">
                                          <p:val>
                                            <p:strVal val="#ppt_y"/>
                                          </p:val>
                                        </p:tav>
                                      </p:tavLst>
                                    </p:anim>
                                  </p:childTnLst>
                                </p:cTn>
                              </p:par>
                              <p:par>
                                <p:cTn id="45" presetID="42" presetClass="entr" presetSubtype="0" fill="hold" grpId="0" nodeType="withEffect">
                                  <p:stCondLst>
                                    <p:cond delay="69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p:cTn id="48" dur="550" decel="100000" fill="hold"/>
                                        <p:tgtEl>
                                          <p:spTgt spid="12"/>
                                        </p:tgtEl>
                                        <p:attrNameLst>
                                          <p:attrName>ppt_x</p:attrName>
                                        </p:attrNameLst>
                                      </p:cBhvr>
                                      <p:tavLst>
                                        <p:tav tm="0">
                                          <p:val>
                                            <p:strVal val="#ppt_x"/>
                                          </p:val>
                                        </p:tav>
                                        <p:tav tm="100000">
                                          <p:val>
                                            <p:strVal val="#ppt_x"/>
                                          </p:val>
                                        </p:tav>
                                      </p:tavLst>
                                    </p:anim>
                                    <p:anim calcmode="lin" valueType="num">
                                      <p:cBhvr>
                                        <p:cTn id="49" dur="550" decel="100000" fill="hold"/>
                                        <p:tgtEl>
                                          <p:spTgt spid="12"/>
                                        </p:tgtEl>
                                        <p:attrNameLst>
                                          <p:attrName>ppt_y</p:attrName>
                                        </p:attrNameLst>
                                      </p:cBhvr>
                                      <p:tavLst>
                                        <p:tav tm="0">
                                          <p:val>
                                            <p:strVal val="#ppt_y+.035"/>
                                          </p:val>
                                        </p:tav>
                                        <p:tav tm="100000">
                                          <p:val>
                                            <p:strVal val="#ppt_y"/>
                                          </p:val>
                                        </p:tav>
                                      </p:tavLst>
                                    </p:anim>
                                  </p:childTnLst>
                                </p:cTn>
                              </p:par>
                              <p:par>
                                <p:cTn id="50" presetID="42" presetClass="entr" presetSubtype="0" fill="hold" grpId="0" nodeType="withEffect">
                                  <p:stCondLst>
                                    <p:cond delay="69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p:cTn id="53" dur="550" decel="100000" fill="hold"/>
                                        <p:tgtEl>
                                          <p:spTgt spid="13"/>
                                        </p:tgtEl>
                                        <p:attrNameLst>
                                          <p:attrName>ppt_x</p:attrName>
                                        </p:attrNameLst>
                                      </p:cBhvr>
                                      <p:tavLst>
                                        <p:tav tm="0">
                                          <p:val>
                                            <p:strVal val="#ppt_x"/>
                                          </p:val>
                                        </p:tav>
                                        <p:tav tm="100000">
                                          <p:val>
                                            <p:strVal val="#ppt_x"/>
                                          </p:val>
                                        </p:tav>
                                      </p:tavLst>
                                    </p:anim>
                                    <p:anim calcmode="lin" valueType="num">
                                      <p:cBhvr>
                                        <p:cTn id="54" dur="550" decel="100000" fill="hold"/>
                                        <p:tgtEl>
                                          <p:spTgt spid="13"/>
                                        </p:tgtEl>
                                        <p:attrNameLst>
                                          <p:attrName>ppt_y</p:attrName>
                                        </p:attrNameLst>
                                      </p:cBhvr>
                                      <p:tavLst>
                                        <p:tav tm="0">
                                          <p:val>
                                            <p:strVal val="#ppt_y+.035"/>
                                          </p:val>
                                        </p:tav>
                                        <p:tav tm="100000">
                                          <p:val>
                                            <p:strVal val="#ppt_y"/>
                                          </p:val>
                                        </p:tav>
                                      </p:tavLst>
                                    </p:anim>
                                  </p:childTnLst>
                                </p:cTn>
                              </p:par>
                              <p:par>
                                <p:cTn id="55" presetID="42" presetClass="entr" presetSubtype="0" fill="hold" grpId="0" nodeType="withEffect">
                                  <p:stCondLst>
                                    <p:cond delay="69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p:cTn id="58" dur="550" decel="100000" fill="hold"/>
                                        <p:tgtEl>
                                          <p:spTgt spid="14"/>
                                        </p:tgtEl>
                                        <p:attrNameLst>
                                          <p:attrName>ppt_x</p:attrName>
                                        </p:attrNameLst>
                                      </p:cBhvr>
                                      <p:tavLst>
                                        <p:tav tm="0">
                                          <p:val>
                                            <p:strVal val="#ppt_x"/>
                                          </p:val>
                                        </p:tav>
                                        <p:tav tm="100000">
                                          <p:val>
                                            <p:strVal val="#ppt_x"/>
                                          </p:val>
                                        </p:tav>
                                      </p:tavLst>
                                    </p:anim>
                                    <p:anim calcmode="lin" valueType="num">
                                      <p:cBhvr>
                                        <p:cTn id="59" dur="550" decel="100000" fill="hold"/>
                                        <p:tgtEl>
                                          <p:spTgt spid="14"/>
                                        </p:tgtEl>
                                        <p:attrNameLst>
                                          <p:attrName>ppt_y</p:attrName>
                                        </p:attrNameLst>
                                      </p:cBhvr>
                                      <p:tavLst>
                                        <p:tav tm="0">
                                          <p:val>
                                            <p:strVal val="#ppt_y+.035"/>
                                          </p:val>
                                        </p:tav>
                                        <p:tav tm="100000">
                                          <p:val>
                                            <p:strVal val="#ppt_y"/>
                                          </p:val>
                                        </p:tav>
                                      </p:tavLst>
                                    </p:anim>
                                  </p:childTnLst>
                                </p:cTn>
                              </p:par>
                              <p:par>
                                <p:cTn id="60" presetID="42" presetClass="entr" presetSubtype="0" fill="hold" grpId="0" nodeType="withEffect">
                                  <p:stCondLst>
                                    <p:cond delay="69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p:cTn id="63" dur="550" decel="100000" fill="hold"/>
                                        <p:tgtEl>
                                          <p:spTgt spid="15"/>
                                        </p:tgtEl>
                                        <p:attrNameLst>
                                          <p:attrName>ppt_x</p:attrName>
                                        </p:attrNameLst>
                                      </p:cBhvr>
                                      <p:tavLst>
                                        <p:tav tm="0">
                                          <p:val>
                                            <p:strVal val="#ppt_x"/>
                                          </p:val>
                                        </p:tav>
                                        <p:tav tm="100000">
                                          <p:val>
                                            <p:strVal val="#ppt_x"/>
                                          </p:val>
                                        </p:tav>
                                      </p:tavLst>
                                    </p:anim>
                                    <p:anim calcmode="lin" valueType="num">
                                      <p:cBhvr>
                                        <p:cTn id="64" dur="550" decel="100000" fill="hold"/>
                                        <p:tgtEl>
                                          <p:spTgt spid="15"/>
                                        </p:tgtEl>
                                        <p:attrNameLst>
                                          <p:attrName>ppt_y</p:attrName>
                                        </p:attrNameLst>
                                      </p:cBhvr>
                                      <p:tavLst>
                                        <p:tav tm="0">
                                          <p:val>
                                            <p:strVal val="#ppt_y+.035"/>
                                          </p:val>
                                        </p:tav>
                                        <p:tav tm="100000">
                                          <p:val>
                                            <p:strVal val="#ppt_y"/>
                                          </p:val>
                                        </p:tav>
                                      </p:tavLst>
                                    </p:anim>
                                  </p:childTnLst>
                                </p:cTn>
                              </p:par>
                              <p:par>
                                <p:cTn id="65" presetID="42" presetClass="entr" presetSubtype="0" fill="hold" grpId="0" nodeType="withEffect">
                                  <p:stCondLst>
                                    <p:cond delay="91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p:cTn id="68" dur="550" decel="100000" fill="hold"/>
                                        <p:tgtEl>
                                          <p:spTgt spid="16"/>
                                        </p:tgtEl>
                                        <p:attrNameLst>
                                          <p:attrName>ppt_x</p:attrName>
                                        </p:attrNameLst>
                                      </p:cBhvr>
                                      <p:tavLst>
                                        <p:tav tm="0">
                                          <p:val>
                                            <p:strVal val="#ppt_x"/>
                                          </p:val>
                                        </p:tav>
                                        <p:tav tm="100000">
                                          <p:val>
                                            <p:strVal val="#ppt_x"/>
                                          </p:val>
                                        </p:tav>
                                      </p:tavLst>
                                    </p:anim>
                                    <p:anim calcmode="lin" valueType="num">
                                      <p:cBhvr>
                                        <p:cTn id="69" dur="550" decel="100000" fill="hold"/>
                                        <p:tgtEl>
                                          <p:spTgt spid="16"/>
                                        </p:tgtEl>
                                        <p:attrNameLst>
                                          <p:attrName>ppt_y</p:attrName>
                                        </p:attrNameLst>
                                      </p:cBhvr>
                                      <p:tavLst>
                                        <p:tav tm="0">
                                          <p:val>
                                            <p:strVal val="#ppt_y+.035"/>
                                          </p:val>
                                        </p:tav>
                                        <p:tav tm="100000">
                                          <p:val>
                                            <p:strVal val="#ppt_y"/>
                                          </p:val>
                                        </p:tav>
                                      </p:tavLst>
                                    </p:anim>
                                  </p:childTnLst>
                                </p:cTn>
                              </p:par>
                              <p:par>
                                <p:cTn id="70" presetID="42" presetClass="entr" presetSubtype="0" fill="hold" grpId="0" nodeType="withEffect">
                                  <p:stCondLst>
                                    <p:cond delay="91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50"/>
                                        <p:tgtEl>
                                          <p:spTgt spid="17"/>
                                        </p:tgtEl>
                                      </p:cBhvr>
                                    </p:animEffect>
                                    <p:anim calcmode="lin" valueType="num">
                                      <p:cBhvr>
                                        <p:cTn id="73" dur="550" decel="100000" fill="hold"/>
                                        <p:tgtEl>
                                          <p:spTgt spid="17"/>
                                        </p:tgtEl>
                                        <p:attrNameLst>
                                          <p:attrName>ppt_x</p:attrName>
                                        </p:attrNameLst>
                                      </p:cBhvr>
                                      <p:tavLst>
                                        <p:tav tm="0">
                                          <p:val>
                                            <p:strVal val="#ppt_x"/>
                                          </p:val>
                                        </p:tav>
                                        <p:tav tm="100000">
                                          <p:val>
                                            <p:strVal val="#ppt_x"/>
                                          </p:val>
                                        </p:tav>
                                      </p:tavLst>
                                    </p:anim>
                                    <p:anim calcmode="lin" valueType="num">
                                      <p:cBhvr>
                                        <p:cTn id="74" dur="550" decel="100000" fill="hold"/>
                                        <p:tgtEl>
                                          <p:spTgt spid="17"/>
                                        </p:tgtEl>
                                        <p:attrNameLst>
                                          <p:attrName>ppt_y</p:attrName>
                                        </p:attrNameLst>
                                      </p:cBhvr>
                                      <p:tavLst>
                                        <p:tav tm="0">
                                          <p:val>
                                            <p:strVal val="#ppt_y+.035"/>
                                          </p:val>
                                        </p:tav>
                                        <p:tav tm="100000">
                                          <p:val>
                                            <p:strVal val="#ppt_y"/>
                                          </p:val>
                                        </p:tav>
                                      </p:tavLst>
                                    </p:anim>
                                  </p:childTnLst>
                                </p:cTn>
                              </p:par>
                              <p:par>
                                <p:cTn id="75" presetID="42" presetClass="entr" presetSubtype="0" fill="hold" grpId="0" nodeType="withEffect">
                                  <p:stCondLst>
                                    <p:cond delay="91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50"/>
                                        <p:tgtEl>
                                          <p:spTgt spid="18"/>
                                        </p:tgtEl>
                                      </p:cBhvr>
                                    </p:animEffect>
                                    <p:anim calcmode="lin" valueType="num">
                                      <p:cBhvr>
                                        <p:cTn id="78" dur="550" decel="100000" fill="hold"/>
                                        <p:tgtEl>
                                          <p:spTgt spid="18"/>
                                        </p:tgtEl>
                                        <p:attrNameLst>
                                          <p:attrName>ppt_x</p:attrName>
                                        </p:attrNameLst>
                                      </p:cBhvr>
                                      <p:tavLst>
                                        <p:tav tm="0">
                                          <p:val>
                                            <p:strVal val="#ppt_x"/>
                                          </p:val>
                                        </p:tav>
                                        <p:tav tm="100000">
                                          <p:val>
                                            <p:strVal val="#ppt_x"/>
                                          </p:val>
                                        </p:tav>
                                      </p:tavLst>
                                    </p:anim>
                                    <p:anim calcmode="lin" valueType="num">
                                      <p:cBhvr>
                                        <p:cTn id="79" dur="550" decel="100000" fill="hold"/>
                                        <p:tgtEl>
                                          <p:spTgt spid="18"/>
                                        </p:tgtEl>
                                        <p:attrNameLst>
                                          <p:attrName>ppt_y</p:attrName>
                                        </p:attrNameLst>
                                      </p:cBhvr>
                                      <p:tavLst>
                                        <p:tav tm="0">
                                          <p:val>
                                            <p:strVal val="#ppt_y+.035"/>
                                          </p:val>
                                        </p:tav>
                                        <p:tav tm="100000">
                                          <p:val>
                                            <p:strVal val="#ppt_y"/>
                                          </p:val>
                                        </p:tav>
                                      </p:tavLst>
                                    </p:anim>
                                  </p:childTnLst>
                                </p:cTn>
                              </p:par>
                              <p:par>
                                <p:cTn id="80" presetID="42" presetClass="entr" presetSubtype="0" fill="hold" grpId="0" nodeType="withEffect">
                                  <p:stCondLst>
                                    <p:cond delay="91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50"/>
                                        <p:tgtEl>
                                          <p:spTgt spid="19"/>
                                        </p:tgtEl>
                                      </p:cBhvr>
                                    </p:animEffect>
                                    <p:anim calcmode="lin" valueType="num">
                                      <p:cBhvr>
                                        <p:cTn id="83" dur="550" decel="100000" fill="hold"/>
                                        <p:tgtEl>
                                          <p:spTgt spid="19"/>
                                        </p:tgtEl>
                                        <p:attrNameLst>
                                          <p:attrName>ppt_x</p:attrName>
                                        </p:attrNameLst>
                                      </p:cBhvr>
                                      <p:tavLst>
                                        <p:tav tm="0">
                                          <p:val>
                                            <p:strVal val="#ppt_x"/>
                                          </p:val>
                                        </p:tav>
                                        <p:tav tm="100000">
                                          <p:val>
                                            <p:strVal val="#ppt_x"/>
                                          </p:val>
                                        </p:tav>
                                      </p:tavLst>
                                    </p:anim>
                                    <p:anim calcmode="lin" valueType="num">
                                      <p:cBhvr>
                                        <p:cTn id="84" dur="550" decel="100000" fill="hold"/>
                                        <p:tgtEl>
                                          <p:spTgt spid="19"/>
                                        </p:tgtEl>
                                        <p:attrNameLst>
                                          <p:attrName>ppt_y</p:attrName>
                                        </p:attrNameLst>
                                      </p:cBhvr>
                                      <p:tavLst>
                                        <p:tav tm="0">
                                          <p:val>
                                            <p:strVal val="#ppt_y+.035"/>
                                          </p:val>
                                        </p:tav>
                                        <p:tav tm="100000">
                                          <p:val>
                                            <p:strVal val="#ppt_y"/>
                                          </p:val>
                                        </p:tav>
                                      </p:tavLst>
                                    </p:anim>
                                  </p:childTnLst>
                                </p:cTn>
                              </p:par>
                              <p:par>
                                <p:cTn id="85" presetID="42" presetClass="entr" presetSubtype="0" fill="hold" grpId="0" nodeType="withEffect">
                                  <p:stCondLst>
                                    <p:cond delay="113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50"/>
                                        <p:tgtEl>
                                          <p:spTgt spid="20"/>
                                        </p:tgtEl>
                                      </p:cBhvr>
                                    </p:animEffect>
                                    <p:anim calcmode="lin" valueType="num">
                                      <p:cBhvr>
                                        <p:cTn id="88" dur="550" decel="100000" fill="hold"/>
                                        <p:tgtEl>
                                          <p:spTgt spid="20"/>
                                        </p:tgtEl>
                                        <p:attrNameLst>
                                          <p:attrName>ppt_x</p:attrName>
                                        </p:attrNameLst>
                                      </p:cBhvr>
                                      <p:tavLst>
                                        <p:tav tm="0">
                                          <p:val>
                                            <p:strVal val="#ppt_x"/>
                                          </p:val>
                                        </p:tav>
                                        <p:tav tm="100000">
                                          <p:val>
                                            <p:strVal val="#ppt_x"/>
                                          </p:val>
                                        </p:tav>
                                      </p:tavLst>
                                    </p:anim>
                                    <p:anim calcmode="lin" valueType="num">
                                      <p:cBhvr>
                                        <p:cTn id="89" dur="550" decel="100000" fill="hold"/>
                                        <p:tgtEl>
                                          <p:spTgt spid="20"/>
                                        </p:tgtEl>
                                        <p:attrNameLst>
                                          <p:attrName>ppt_y</p:attrName>
                                        </p:attrNameLst>
                                      </p:cBhvr>
                                      <p:tavLst>
                                        <p:tav tm="0">
                                          <p:val>
                                            <p:strVal val="#ppt_y+.035"/>
                                          </p:val>
                                        </p:tav>
                                        <p:tav tm="100000">
                                          <p:val>
                                            <p:strVal val="#ppt_y"/>
                                          </p:val>
                                        </p:tav>
                                      </p:tavLst>
                                    </p:anim>
                                  </p:childTnLst>
                                </p:cTn>
                              </p:par>
                              <p:par>
                                <p:cTn id="90" presetID="42" presetClass="entr" presetSubtype="0" fill="hold" grpId="0" nodeType="withEffect">
                                  <p:stCondLst>
                                    <p:cond delay="113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50"/>
                                        <p:tgtEl>
                                          <p:spTgt spid="21"/>
                                        </p:tgtEl>
                                      </p:cBhvr>
                                    </p:animEffect>
                                    <p:anim calcmode="lin" valueType="num">
                                      <p:cBhvr>
                                        <p:cTn id="93" dur="550" decel="100000" fill="hold"/>
                                        <p:tgtEl>
                                          <p:spTgt spid="21"/>
                                        </p:tgtEl>
                                        <p:attrNameLst>
                                          <p:attrName>ppt_x</p:attrName>
                                        </p:attrNameLst>
                                      </p:cBhvr>
                                      <p:tavLst>
                                        <p:tav tm="0">
                                          <p:val>
                                            <p:strVal val="#ppt_x"/>
                                          </p:val>
                                        </p:tav>
                                        <p:tav tm="100000">
                                          <p:val>
                                            <p:strVal val="#ppt_x"/>
                                          </p:val>
                                        </p:tav>
                                      </p:tavLst>
                                    </p:anim>
                                    <p:anim calcmode="lin" valueType="num">
                                      <p:cBhvr>
                                        <p:cTn id="94" dur="550" decel="100000" fill="hold"/>
                                        <p:tgtEl>
                                          <p:spTgt spid="21"/>
                                        </p:tgtEl>
                                        <p:attrNameLst>
                                          <p:attrName>ppt_y</p:attrName>
                                        </p:attrNameLst>
                                      </p:cBhvr>
                                      <p:tavLst>
                                        <p:tav tm="0">
                                          <p:val>
                                            <p:strVal val="#ppt_y+.035"/>
                                          </p:val>
                                        </p:tav>
                                        <p:tav tm="100000">
                                          <p:val>
                                            <p:strVal val="#ppt_y"/>
                                          </p:val>
                                        </p:tav>
                                      </p:tavLst>
                                    </p:anim>
                                  </p:childTnLst>
                                </p:cTn>
                              </p:par>
                              <p:par>
                                <p:cTn id="95" presetID="42" presetClass="entr" presetSubtype="0" fill="hold" grpId="0" nodeType="withEffect">
                                  <p:stCondLst>
                                    <p:cond delay="113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50"/>
                                        <p:tgtEl>
                                          <p:spTgt spid="22"/>
                                        </p:tgtEl>
                                      </p:cBhvr>
                                    </p:animEffect>
                                    <p:anim calcmode="lin" valueType="num">
                                      <p:cBhvr>
                                        <p:cTn id="98" dur="550" decel="100000" fill="hold"/>
                                        <p:tgtEl>
                                          <p:spTgt spid="22"/>
                                        </p:tgtEl>
                                        <p:attrNameLst>
                                          <p:attrName>ppt_x</p:attrName>
                                        </p:attrNameLst>
                                      </p:cBhvr>
                                      <p:tavLst>
                                        <p:tav tm="0">
                                          <p:val>
                                            <p:strVal val="#ppt_x"/>
                                          </p:val>
                                        </p:tav>
                                        <p:tav tm="100000">
                                          <p:val>
                                            <p:strVal val="#ppt_x"/>
                                          </p:val>
                                        </p:tav>
                                      </p:tavLst>
                                    </p:anim>
                                    <p:anim calcmode="lin" valueType="num">
                                      <p:cBhvr>
                                        <p:cTn id="99" dur="550" decel="100000" fill="hold"/>
                                        <p:tgtEl>
                                          <p:spTgt spid="22"/>
                                        </p:tgtEl>
                                        <p:attrNameLst>
                                          <p:attrName>ppt_y</p:attrName>
                                        </p:attrNameLst>
                                      </p:cBhvr>
                                      <p:tavLst>
                                        <p:tav tm="0">
                                          <p:val>
                                            <p:strVal val="#ppt_y+.035"/>
                                          </p:val>
                                        </p:tav>
                                        <p:tav tm="100000">
                                          <p:val>
                                            <p:strVal val="#ppt_y"/>
                                          </p:val>
                                        </p:tav>
                                      </p:tavLst>
                                    </p:anim>
                                  </p:childTnLst>
                                </p:cTn>
                              </p:par>
                              <p:par>
                                <p:cTn id="100" presetID="42" presetClass="entr" presetSubtype="0" fill="hold" grpId="0" nodeType="withEffect">
                                  <p:stCondLst>
                                    <p:cond delay="113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50"/>
                                        <p:tgtEl>
                                          <p:spTgt spid="23"/>
                                        </p:tgtEl>
                                      </p:cBhvr>
                                    </p:animEffect>
                                    <p:anim calcmode="lin" valueType="num">
                                      <p:cBhvr>
                                        <p:cTn id="103" dur="550" decel="100000" fill="hold"/>
                                        <p:tgtEl>
                                          <p:spTgt spid="23"/>
                                        </p:tgtEl>
                                        <p:attrNameLst>
                                          <p:attrName>ppt_x</p:attrName>
                                        </p:attrNameLst>
                                      </p:cBhvr>
                                      <p:tavLst>
                                        <p:tav tm="0">
                                          <p:val>
                                            <p:strVal val="#ppt_x"/>
                                          </p:val>
                                        </p:tav>
                                        <p:tav tm="100000">
                                          <p:val>
                                            <p:strVal val="#ppt_x"/>
                                          </p:val>
                                        </p:tav>
                                      </p:tavLst>
                                    </p:anim>
                                    <p:anim calcmode="lin" valueType="num">
                                      <p:cBhvr>
                                        <p:cTn id="104" dur="550" decel="100000" fill="hold"/>
                                        <p:tgtEl>
                                          <p:spTgt spid="23"/>
                                        </p:tgtEl>
                                        <p:attrNameLst>
                                          <p:attrName>ppt_y</p:attrName>
                                        </p:attrNameLst>
                                      </p:cBhvr>
                                      <p:tavLst>
                                        <p:tav tm="0">
                                          <p:val>
                                            <p:strVal val="#ppt_y+.035"/>
                                          </p:val>
                                        </p:tav>
                                        <p:tav tm="100000">
                                          <p:val>
                                            <p:strVal val="#ppt_y"/>
                                          </p:val>
                                        </p:tav>
                                      </p:tavLst>
                                    </p:anim>
                                  </p:childTnLst>
                                </p:cTn>
                              </p:par>
                              <p:par>
                                <p:cTn id="105" presetID="42" presetClass="entr" presetSubtype="0" fill="hold" grpId="0" nodeType="withEffect">
                                  <p:stCondLst>
                                    <p:cond delay="135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50"/>
                                        <p:tgtEl>
                                          <p:spTgt spid="24"/>
                                        </p:tgtEl>
                                      </p:cBhvr>
                                    </p:animEffect>
                                    <p:anim calcmode="lin" valueType="num">
                                      <p:cBhvr>
                                        <p:cTn id="108" dur="550" decel="100000" fill="hold"/>
                                        <p:tgtEl>
                                          <p:spTgt spid="24"/>
                                        </p:tgtEl>
                                        <p:attrNameLst>
                                          <p:attrName>ppt_x</p:attrName>
                                        </p:attrNameLst>
                                      </p:cBhvr>
                                      <p:tavLst>
                                        <p:tav tm="0">
                                          <p:val>
                                            <p:strVal val="#ppt_x"/>
                                          </p:val>
                                        </p:tav>
                                        <p:tav tm="100000">
                                          <p:val>
                                            <p:strVal val="#ppt_x"/>
                                          </p:val>
                                        </p:tav>
                                      </p:tavLst>
                                    </p:anim>
                                    <p:anim calcmode="lin" valueType="num">
                                      <p:cBhvr>
                                        <p:cTn id="109" dur="550" decel="100000" fill="hold"/>
                                        <p:tgtEl>
                                          <p:spTgt spid="24"/>
                                        </p:tgtEl>
                                        <p:attrNameLst>
                                          <p:attrName>ppt_y</p:attrName>
                                        </p:attrNameLst>
                                      </p:cBhvr>
                                      <p:tavLst>
                                        <p:tav tm="0">
                                          <p:val>
                                            <p:strVal val="#ppt_y+.035"/>
                                          </p:val>
                                        </p:tav>
                                        <p:tav tm="100000">
                                          <p:val>
                                            <p:strVal val="#ppt_y"/>
                                          </p:val>
                                        </p:tav>
                                      </p:tavLst>
                                    </p:anim>
                                  </p:childTnLst>
                                </p:cTn>
                              </p:par>
                              <p:par>
                                <p:cTn id="110" presetID="42" presetClass="entr" presetSubtype="0" fill="hold" grpId="0" nodeType="withEffect">
                                  <p:stCondLst>
                                    <p:cond delay="135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50"/>
                                        <p:tgtEl>
                                          <p:spTgt spid="25"/>
                                        </p:tgtEl>
                                      </p:cBhvr>
                                    </p:animEffect>
                                    <p:anim calcmode="lin" valueType="num">
                                      <p:cBhvr>
                                        <p:cTn id="113" dur="550" decel="100000" fill="hold"/>
                                        <p:tgtEl>
                                          <p:spTgt spid="25"/>
                                        </p:tgtEl>
                                        <p:attrNameLst>
                                          <p:attrName>ppt_x</p:attrName>
                                        </p:attrNameLst>
                                      </p:cBhvr>
                                      <p:tavLst>
                                        <p:tav tm="0">
                                          <p:val>
                                            <p:strVal val="#ppt_x"/>
                                          </p:val>
                                        </p:tav>
                                        <p:tav tm="100000">
                                          <p:val>
                                            <p:strVal val="#ppt_x"/>
                                          </p:val>
                                        </p:tav>
                                      </p:tavLst>
                                    </p:anim>
                                    <p:anim calcmode="lin" valueType="num">
                                      <p:cBhvr>
                                        <p:cTn id="114" dur="550" decel="100000" fill="hold"/>
                                        <p:tgtEl>
                                          <p:spTgt spid="25"/>
                                        </p:tgtEl>
                                        <p:attrNameLst>
                                          <p:attrName>ppt_y</p:attrName>
                                        </p:attrNameLst>
                                      </p:cBhvr>
                                      <p:tavLst>
                                        <p:tav tm="0">
                                          <p:val>
                                            <p:strVal val="#ppt_y+.035"/>
                                          </p:val>
                                        </p:tav>
                                        <p:tav tm="100000">
                                          <p:val>
                                            <p:strVal val="#ppt_y"/>
                                          </p:val>
                                        </p:tav>
                                      </p:tavLst>
                                    </p:anim>
                                  </p:childTnLst>
                                </p:cTn>
                              </p:par>
                              <p:par>
                                <p:cTn id="115" presetID="42" presetClass="entr" presetSubtype="0" fill="hold" grpId="0" nodeType="withEffect">
                                  <p:stCondLst>
                                    <p:cond delay="135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50"/>
                                        <p:tgtEl>
                                          <p:spTgt spid="26"/>
                                        </p:tgtEl>
                                      </p:cBhvr>
                                    </p:animEffect>
                                    <p:anim calcmode="lin" valueType="num">
                                      <p:cBhvr>
                                        <p:cTn id="118" dur="550" decel="100000" fill="hold"/>
                                        <p:tgtEl>
                                          <p:spTgt spid="26"/>
                                        </p:tgtEl>
                                        <p:attrNameLst>
                                          <p:attrName>ppt_x</p:attrName>
                                        </p:attrNameLst>
                                      </p:cBhvr>
                                      <p:tavLst>
                                        <p:tav tm="0">
                                          <p:val>
                                            <p:strVal val="#ppt_x"/>
                                          </p:val>
                                        </p:tav>
                                        <p:tav tm="100000">
                                          <p:val>
                                            <p:strVal val="#ppt_x"/>
                                          </p:val>
                                        </p:tav>
                                      </p:tavLst>
                                    </p:anim>
                                    <p:anim calcmode="lin" valueType="num">
                                      <p:cBhvr>
                                        <p:cTn id="119" dur="550" decel="100000" fill="hold"/>
                                        <p:tgtEl>
                                          <p:spTgt spid="26"/>
                                        </p:tgtEl>
                                        <p:attrNameLst>
                                          <p:attrName>ppt_y</p:attrName>
                                        </p:attrNameLst>
                                      </p:cBhvr>
                                      <p:tavLst>
                                        <p:tav tm="0">
                                          <p:val>
                                            <p:strVal val="#ppt_y+.035"/>
                                          </p:val>
                                        </p:tav>
                                        <p:tav tm="100000">
                                          <p:val>
                                            <p:strVal val="#ppt_y"/>
                                          </p:val>
                                        </p:tav>
                                      </p:tavLst>
                                    </p:anim>
                                  </p:childTnLst>
                                </p:cTn>
                              </p:par>
                              <p:par>
                                <p:cTn id="120" presetID="42" presetClass="entr" presetSubtype="0" fill="hold" grpId="0" nodeType="withEffect">
                                  <p:stCondLst>
                                    <p:cond delay="135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50"/>
                                        <p:tgtEl>
                                          <p:spTgt spid="27"/>
                                        </p:tgtEl>
                                      </p:cBhvr>
                                    </p:animEffect>
                                    <p:anim calcmode="lin" valueType="num">
                                      <p:cBhvr>
                                        <p:cTn id="123" dur="550" decel="100000" fill="hold"/>
                                        <p:tgtEl>
                                          <p:spTgt spid="27"/>
                                        </p:tgtEl>
                                        <p:attrNameLst>
                                          <p:attrName>ppt_x</p:attrName>
                                        </p:attrNameLst>
                                      </p:cBhvr>
                                      <p:tavLst>
                                        <p:tav tm="0">
                                          <p:val>
                                            <p:strVal val="#ppt_x"/>
                                          </p:val>
                                        </p:tav>
                                        <p:tav tm="100000">
                                          <p:val>
                                            <p:strVal val="#ppt_x"/>
                                          </p:val>
                                        </p:tav>
                                      </p:tavLst>
                                    </p:anim>
                                    <p:anim calcmode="lin" valueType="num">
                                      <p:cBhvr>
                                        <p:cTn id="124" dur="550" decel="100000" fill="hold"/>
                                        <p:tgtEl>
                                          <p:spTgt spid="27"/>
                                        </p:tgtEl>
                                        <p:attrNameLst>
                                          <p:attrName>ppt_y</p:attrName>
                                        </p:attrNameLst>
                                      </p:cBhvr>
                                      <p:tavLst>
                                        <p:tav tm="0">
                                          <p:val>
                                            <p:strVal val="#ppt_y+.035"/>
                                          </p:val>
                                        </p:tav>
                                        <p:tav tm="100000">
                                          <p:val>
                                            <p:strVal val="#ppt_y"/>
                                          </p:val>
                                        </p:tav>
                                      </p:tavLst>
                                    </p:anim>
                                  </p:childTnLst>
                                </p:cTn>
                              </p:par>
                              <p:par>
                                <p:cTn id="125" presetID="42" presetClass="entr" presetSubtype="0" fill="hold" grpId="0" nodeType="withEffect">
                                  <p:stCondLst>
                                    <p:cond delay="157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50"/>
                                        <p:tgtEl>
                                          <p:spTgt spid="28"/>
                                        </p:tgtEl>
                                      </p:cBhvr>
                                    </p:animEffect>
                                    <p:anim calcmode="lin" valueType="num">
                                      <p:cBhvr>
                                        <p:cTn id="128" dur="550" decel="100000" fill="hold"/>
                                        <p:tgtEl>
                                          <p:spTgt spid="28"/>
                                        </p:tgtEl>
                                        <p:attrNameLst>
                                          <p:attrName>ppt_x</p:attrName>
                                        </p:attrNameLst>
                                      </p:cBhvr>
                                      <p:tavLst>
                                        <p:tav tm="0">
                                          <p:val>
                                            <p:strVal val="#ppt_x"/>
                                          </p:val>
                                        </p:tav>
                                        <p:tav tm="100000">
                                          <p:val>
                                            <p:strVal val="#ppt_x"/>
                                          </p:val>
                                        </p:tav>
                                      </p:tavLst>
                                    </p:anim>
                                    <p:anim calcmode="lin" valueType="num">
                                      <p:cBhvr>
                                        <p:cTn id="129" dur="550" decel="100000" fill="hold"/>
                                        <p:tgtEl>
                                          <p:spTgt spid="28"/>
                                        </p:tgtEl>
                                        <p:attrNameLst>
                                          <p:attrName>ppt_y</p:attrName>
                                        </p:attrNameLst>
                                      </p:cBhvr>
                                      <p:tavLst>
                                        <p:tav tm="0">
                                          <p:val>
                                            <p:strVal val="#ppt_y+.035"/>
                                          </p:val>
                                        </p:tav>
                                        <p:tav tm="100000">
                                          <p:val>
                                            <p:strVal val="#ppt_y"/>
                                          </p:val>
                                        </p:tav>
                                      </p:tavLst>
                                    </p:anim>
                                  </p:childTnLst>
                                </p:cTn>
                              </p:par>
                              <p:par>
                                <p:cTn id="130" presetID="42" presetClass="entr" presetSubtype="0" fill="hold" grpId="0" nodeType="withEffect">
                                  <p:stCondLst>
                                    <p:cond delay="157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550"/>
                                        <p:tgtEl>
                                          <p:spTgt spid="29"/>
                                        </p:tgtEl>
                                      </p:cBhvr>
                                    </p:animEffect>
                                    <p:anim calcmode="lin" valueType="num">
                                      <p:cBhvr>
                                        <p:cTn id="133" dur="550" decel="100000" fill="hold"/>
                                        <p:tgtEl>
                                          <p:spTgt spid="29"/>
                                        </p:tgtEl>
                                        <p:attrNameLst>
                                          <p:attrName>ppt_x</p:attrName>
                                        </p:attrNameLst>
                                      </p:cBhvr>
                                      <p:tavLst>
                                        <p:tav tm="0">
                                          <p:val>
                                            <p:strVal val="#ppt_x"/>
                                          </p:val>
                                        </p:tav>
                                        <p:tav tm="100000">
                                          <p:val>
                                            <p:strVal val="#ppt_x"/>
                                          </p:val>
                                        </p:tav>
                                      </p:tavLst>
                                    </p:anim>
                                    <p:anim calcmode="lin" valueType="num">
                                      <p:cBhvr>
                                        <p:cTn id="134" dur="550" decel="100000" fill="hold"/>
                                        <p:tgtEl>
                                          <p:spTgt spid="29"/>
                                        </p:tgtEl>
                                        <p:attrNameLst>
                                          <p:attrName>ppt_y</p:attrName>
                                        </p:attrNameLst>
                                      </p:cBhvr>
                                      <p:tavLst>
                                        <p:tav tm="0">
                                          <p:val>
                                            <p:strVal val="#ppt_y+.035"/>
                                          </p:val>
                                        </p:tav>
                                        <p:tav tm="100000">
                                          <p:val>
                                            <p:strVal val="#ppt_y"/>
                                          </p:val>
                                        </p:tav>
                                      </p:tavLst>
                                    </p:anim>
                                  </p:childTnLst>
                                </p:cTn>
                              </p:par>
                              <p:par>
                                <p:cTn id="135" presetID="42" presetClass="entr" presetSubtype="0" fill="hold" grpId="0" nodeType="withEffect">
                                  <p:stCondLst>
                                    <p:cond delay="157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550"/>
                                        <p:tgtEl>
                                          <p:spTgt spid="30"/>
                                        </p:tgtEl>
                                      </p:cBhvr>
                                    </p:animEffect>
                                    <p:anim calcmode="lin" valueType="num">
                                      <p:cBhvr>
                                        <p:cTn id="138" dur="550" decel="100000" fill="hold"/>
                                        <p:tgtEl>
                                          <p:spTgt spid="30"/>
                                        </p:tgtEl>
                                        <p:attrNameLst>
                                          <p:attrName>ppt_x</p:attrName>
                                        </p:attrNameLst>
                                      </p:cBhvr>
                                      <p:tavLst>
                                        <p:tav tm="0">
                                          <p:val>
                                            <p:strVal val="#ppt_x"/>
                                          </p:val>
                                        </p:tav>
                                        <p:tav tm="100000">
                                          <p:val>
                                            <p:strVal val="#ppt_x"/>
                                          </p:val>
                                        </p:tav>
                                      </p:tavLst>
                                    </p:anim>
                                    <p:anim calcmode="lin" valueType="num">
                                      <p:cBhvr>
                                        <p:cTn id="139" dur="550" decel="100000" fill="hold"/>
                                        <p:tgtEl>
                                          <p:spTgt spid="30"/>
                                        </p:tgtEl>
                                        <p:attrNameLst>
                                          <p:attrName>ppt_y</p:attrName>
                                        </p:attrNameLst>
                                      </p:cBhvr>
                                      <p:tavLst>
                                        <p:tav tm="0">
                                          <p:val>
                                            <p:strVal val="#ppt_y+.035"/>
                                          </p:val>
                                        </p:tav>
                                        <p:tav tm="100000">
                                          <p:val>
                                            <p:strVal val="#ppt_y"/>
                                          </p:val>
                                        </p:tav>
                                      </p:tavLst>
                                    </p:anim>
                                  </p:childTnLst>
                                </p:cTn>
                              </p:par>
                              <p:par>
                                <p:cTn id="140" presetID="42" presetClass="entr" presetSubtype="0" fill="hold" grpId="0" nodeType="withEffect">
                                  <p:stCondLst>
                                    <p:cond delay="157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50"/>
                                        <p:tgtEl>
                                          <p:spTgt spid="31"/>
                                        </p:tgtEl>
                                      </p:cBhvr>
                                    </p:animEffect>
                                    <p:anim calcmode="lin" valueType="num">
                                      <p:cBhvr>
                                        <p:cTn id="143" dur="550" decel="100000" fill="hold"/>
                                        <p:tgtEl>
                                          <p:spTgt spid="31"/>
                                        </p:tgtEl>
                                        <p:attrNameLst>
                                          <p:attrName>ppt_x</p:attrName>
                                        </p:attrNameLst>
                                      </p:cBhvr>
                                      <p:tavLst>
                                        <p:tav tm="0">
                                          <p:val>
                                            <p:strVal val="#ppt_x"/>
                                          </p:val>
                                        </p:tav>
                                        <p:tav tm="100000">
                                          <p:val>
                                            <p:strVal val="#ppt_x"/>
                                          </p:val>
                                        </p:tav>
                                      </p:tavLst>
                                    </p:anim>
                                    <p:anim calcmode="lin" valueType="num">
                                      <p:cBhvr>
                                        <p:cTn id="144" dur="550" decel="100000" fill="hold"/>
                                        <p:tgtEl>
                                          <p:spTgt spid="31"/>
                                        </p:tgtEl>
                                        <p:attrNameLst>
                                          <p:attrName>ppt_y</p:attrName>
                                        </p:attrNameLst>
                                      </p:cBhvr>
                                      <p:tavLst>
                                        <p:tav tm="0">
                                          <p:val>
                                            <p:strVal val="#ppt_y+.035"/>
                                          </p:val>
                                        </p:tav>
                                        <p:tav tm="100000">
                                          <p:val>
                                            <p:strVal val="#ppt_y"/>
                                          </p:val>
                                        </p:tav>
                                      </p:tavLst>
                                    </p:anim>
                                  </p:childTnLst>
                                </p:cTn>
                              </p:par>
                              <p:par>
                                <p:cTn id="145" presetID="42" presetClass="entr" presetSubtype="0" fill="hold" grpId="0" nodeType="withEffect">
                                  <p:stCondLst>
                                    <p:cond delay="157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550"/>
                                        <p:tgtEl>
                                          <p:spTgt spid="32"/>
                                        </p:tgtEl>
                                      </p:cBhvr>
                                    </p:animEffect>
                                    <p:anim calcmode="lin" valueType="num">
                                      <p:cBhvr>
                                        <p:cTn id="148" dur="550" decel="100000" fill="hold"/>
                                        <p:tgtEl>
                                          <p:spTgt spid="32"/>
                                        </p:tgtEl>
                                        <p:attrNameLst>
                                          <p:attrName>ppt_x</p:attrName>
                                        </p:attrNameLst>
                                      </p:cBhvr>
                                      <p:tavLst>
                                        <p:tav tm="0">
                                          <p:val>
                                            <p:strVal val="#ppt_x"/>
                                          </p:val>
                                        </p:tav>
                                        <p:tav tm="100000">
                                          <p:val>
                                            <p:strVal val="#ppt_x"/>
                                          </p:val>
                                        </p:tav>
                                      </p:tavLst>
                                    </p:anim>
                                    <p:anim calcmode="lin" valueType="num">
                                      <p:cBhvr>
                                        <p:cTn id="149" dur="550" decel="100000" fill="hold"/>
                                        <p:tgtEl>
                                          <p:spTgt spid="32"/>
                                        </p:tgtEl>
                                        <p:attrNameLst>
                                          <p:attrName>ppt_y</p:attrName>
                                        </p:attrNameLst>
                                      </p:cBhvr>
                                      <p:tavLst>
                                        <p:tav tm="0">
                                          <p:val>
                                            <p:strVal val="#ppt_y+.035"/>
                                          </p:val>
                                        </p:tav>
                                        <p:tav tm="100000">
                                          <p:val>
                                            <p:strVal val="#ppt_y"/>
                                          </p:val>
                                        </p:tav>
                                      </p:tavLst>
                                    </p:anim>
                                  </p:childTnLst>
                                </p:cTn>
                              </p:par>
                              <p:par>
                                <p:cTn id="150" presetID="42" presetClass="entr" presetSubtype="0" fill="hold" grpId="0" nodeType="withEffect">
                                  <p:stCondLst>
                                    <p:cond delay="1570"/>
                                  </p:stCondLst>
                                  <p:childTnLst>
                                    <p:set>
                                      <p:cBhvr>
                                        <p:cTn id="151" dur="1" fill="hold">
                                          <p:stCondLst>
                                            <p:cond delay="0"/>
                                          </p:stCondLst>
                                        </p:cTn>
                                        <p:tgtEl>
                                          <p:spTgt spid="33"/>
                                        </p:tgtEl>
                                        <p:attrNameLst>
                                          <p:attrName>style.visibility</p:attrName>
                                        </p:attrNameLst>
                                      </p:cBhvr>
                                      <p:to>
                                        <p:strVal val="visible"/>
                                      </p:to>
                                    </p:set>
                                    <p:animEffect transition="in" filter="fade">
                                      <p:cBhvr>
                                        <p:cTn id="152" dur="550"/>
                                        <p:tgtEl>
                                          <p:spTgt spid="33"/>
                                        </p:tgtEl>
                                      </p:cBhvr>
                                    </p:animEffect>
                                    <p:anim calcmode="lin" valueType="num">
                                      <p:cBhvr>
                                        <p:cTn id="153" dur="550" decel="100000" fill="hold"/>
                                        <p:tgtEl>
                                          <p:spTgt spid="33"/>
                                        </p:tgtEl>
                                        <p:attrNameLst>
                                          <p:attrName>ppt_x</p:attrName>
                                        </p:attrNameLst>
                                      </p:cBhvr>
                                      <p:tavLst>
                                        <p:tav tm="0">
                                          <p:val>
                                            <p:strVal val="#ppt_x"/>
                                          </p:val>
                                        </p:tav>
                                        <p:tav tm="100000">
                                          <p:val>
                                            <p:strVal val="#ppt_x"/>
                                          </p:val>
                                        </p:tav>
                                      </p:tavLst>
                                    </p:anim>
                                    <p:anim calcmode="lin" valueType="num">
                                      <p:cBhvr>
                                        <p:cTn id="154" dur="550" decel="100000" fill="hold"/>
                                        <p:tgtEl>
                                          <p:spTgt spid="33"/>
                                        </p:tgtEl>
                                        <p:attrNameLst>
                                          <p:attrName>ppt_y</p:attrName>
                                        </p:attrNameLst>
                                      </p:cBhvr>
                                      <p:tavLst>
                                        <p:tav tm="0">
                                          <p:val>
                                            <p:strVal val="#ppt_y+.035"/>
                                          </p:val>
                                        </p:tav>
                                        <p:tav tm="100000">
                                          <p:val>
                                            <p:strVal val="#ppt_y"/>
                                          </p:val>
                                        </p:tav>
                                      </p:tavLst>
                                    </p:anim>
                                  </p:childTnLst>
                                </p:cTn>
                              </p:par>
                              <p:par>
                                <p:cTn id="155" presetID="42" presetClass="entr" presetSubtype="0" fill="hold" grpId="0" nodeType="withEffect">
                                  <p:stCondLst>
                                    <p:cond delay="157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50"/>
                                        <p:tgtEl>
                                          <p:spTgt spid="34"/>
                                        </p:tgtEl>
                                      </p:cBhvr>
                                    </p:animEffect>
                                    <p:anim calcmode="lin" valueType="num">
                                      <p:cBhvr>
                                        <p:cTn id="158" dur="550" decel="100000" fill="hold"/>
                                        <p:tgtEl>
                                          <p:spTgt spid="34"/>
                                        </p:tgtEl>
                                        <p:attrNameLst>
                                          <p:attrName>ppt_x</p:attrName>
                                        </p:attrNameLst>
                                      </p:cBhvr>
                                      <p:tavLst>
                                        <p:tav tm="0">
                                          <p:val>
                                            <p:strVal val="#ppt_x"/>
                                          </p:val>
                                        </p:tav>
                                        <p:tav tm="100000">
                                          <p:val>
                                            <p:strVal val="#ppt_x"/>
                                          </p:val>
                                        </p:tav>
                                      </p:tavLst>
                                    </p:anim>
                                    <p:anim calcmode="lin" valueType="num">
                                      <p:cBhvr>
                                        <p:cTn id="159" dur="550" decel="100000" fill="hold"/>
                                        <p:tgtEl>
                                          <p:spTgt spid="34"/>
                                        </p:tgtEl>
                                        <p:attrNameLst>
                                          <p:attrName>ppt_y</p:attrName>
                                        </p:attrNameLst>
                                      </p:cBhvr>
                                      <p:tavLst>
                                        <p:tav tm="0">
                                          <p:val>
                                            <p:strVal val="#ppt_y+.035"/>
                                          </p:val>
                                        </p:tav>
                                        <p:tav tm="100000">
                                          <p:val>
                                            <p:strVal val="#ppt_y"/>
                                          </p:val>
                                        </p:tav>
                                      </p:tavLst>
                                    </p:anim>
                                  </p:childTnLst>
                                </p:cTn>
                              </p:par>
                              <p:par>
                                <p:cTn id="160" presetID="42" presetClass="entr" presetSubtype="0" fill="hold" grpId="0" nodeType="withEffect">
                                  <p:stCondLst>
                                    <p:cond delay="157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550"/>
                                        <p:tgtEl>
                                          <p:spTgt spid="35"/>
                                        </p:tgtEl>
                                      </p:cBhvr>
                                    </p:animEffect>
                                    <p:anim calcmode="lin" valueType="num">
                                      <p:cBhvr>
                                        <p:cTn id="163" dur="550" decel="100000" fill="hold"/>
                                        <p:tgtEl>
                                          <p:spTgt spid="35"/>
                                        </p:tgtEl>
                                        <p:attrNameLst>
                                          <p:attrName>ppt_x</p:attrName>
                                        </p:attrNameLst>
                                      </p:cBhvr>
                                      <p:tavLst>
                                        <p:tav tm="0">
                                          <p:val>
                                            <p:strVal val="#ppt_x"/>
                                          </p:val>
                                        </p:tav>
                                        <p:tav tm="100000">
                                          <p:val>
                                            <p:strVal val="#ppt_x"/>
                                          </p:val>
                                        </p:tav>
                                      </p:tavLst>
                                    </p:anim>
                                    <p:anim calcmode="lin" valueType="num">
                                      <p:cBhvr>
                                        <p:cTn id="164" dur="550" decel="100000" fill="hold"/>
                                        <p:tgtEl>
                                          <p:spTgt spid="35"/>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rb"/>
          <p:cNvSpPr/>
          <p:nvPr/>
        </p:nvSpPr>
        <p:spPr>
          <a:xfrm>
            <a:off x="548640" y="1097280"/>
            <a:ext cx="4389120" cy="4389120"/>
          </a:xfrm>
          <a:prstGeom prst="ellipse">
            <a:avLst/>
          </a:prstGeom>
          <a:solidFill>
            <a:srgbClr val="F472B6">
              <a:alpha val="38000"/>
            </a:srgbClr>
          </a:solidFill>
          <a:ln w="12700">
            <a:solidFill>
              <a:srgbClr val="F472B6"/>
            </a:solidFill>
            <a:prstDash val="solid"/>
          </a:ln>
          <a:effectLst>
            <a:softEdge rad="1700000"/>
          </a:effectLst>
        </p:spPr>
      </p:sp>
      <p:sp>
        <p:nvSpPr>
          <p:cNvPr id="3" name="s12 Text 1"/>
          <p:cNvSpPr/>
          <p:nvPr>
            <p:ph idx="101" type="title" hasCustomPrompt="1"/>
          </p:nvPr>
        </p:nvSpPr>
        <p:spPr>
          <a:xfrm>
            <a:off x="640080" y="457200"/>
            <a:ext cx="10908792" cy="777240"/>
          </a:xfrm>
          <a:prstGeom prst="rect">
            <a:avLst/>
          </a:prstGeom>
          <a:noFill/>
          <a:ln/>
        </p:spPr>
        <p:txBody>
          <a:bodyPr wrap="square" lIns="0" tIns="0" rIns="0" bIns="0" rtlCol="0" anchor="ctr"/>
          <a:lstStyle/>
          <a:p>
            <a:pPr algn="l" indent="0" marL="0">
              <a:buNone/>
            </a:pPr>
            <a:r>
              <a:rPr lang="en-US" sz="2600" dirty="0">
                <a:solidFill>
                  <a:srgbClr val="F1F5F9"/>
                </a:solidFill>
                <a:latin typeface="Arial Black" pitchFamily="34" charset="0"/>
                <a:ea typeface="Arial Black" pitchFamily="34" charset="-122"/>
                <a:cs typeface="Arial Black" pitchFamily="34" charset="-120"/>
              </a:rPr>
              <a:t>Built to be trusted</a:t>
            </a:r>
            <a:endParaRPr lang="en-US" sz="2600" dirty="0"/>
          </a:p>
        </p:txBody>
      </p:sp>
      <p:sp>
        <p:nvSpPr>
          <p:cNvPr id="4" name="anim-1-297"/>
          <p:cNvSpPr/>
          <p:nvPr/>
        </p:nvSpPr>
        <p:spPr>
          <a:xfrm>
            <a:off x="640080" y="1600200"/>
            <a:ext cx="4206240" cy="4434840"/>
          </a:xfrm>
          <a:prstGeom prst="roundRect">
            <a:avLst>
              <a:gd name="adj" fmla="val 3043"/>
            </a:avLst>
          </a:prstGeom>
          <a:solidFill>
            <a:srgbClr val="14142B"/>
          </a:solidFill>
          <a:ln w="9525">
            <a:solidFill>
              <a:srgbClr val="34345E"/>
            </a:solidFill>
            <a:prstDash val="solid"/>
          </a:ln>
        </p:spPr>
      </p:sp>
      <p:sp>
        <p:nvSpPr>
          <p:cNvPr id="5" name="anim-1-298"/>
          <p:cNvSpPr txBox="1"/>
          <p:nvPr/>
        </p:nvSpPr>
        <p:spPr>
          <a:xfrm>
            <a:off x="640080" y="1828800"/>
            <a:ext cx="4206240" cy="1920240"/>
          </a:xfrm>
          <a:prstGeom prst="rect">
            <a:avLst/>
          </a:prstGeom>
          <a:noFill/>
          <a:ln/>
        </p:spPr>
        <p:txBody>
          <a:bodyPr wrap="square" lIns="0" tIns="0" rIns="0" bIns="0" rtlCol="0" anchor="ctr"/>
          <a:lstStyle/>
          <a:p>
            <a:pPr algn="ctr" indent="0" marL="0">
              <a:buNone/>
            </a:pPr>
            <a:r>
              <a:rPr lang="en-US" sz="10400" dirty="0">
                <a:solidFill>
                  <a:srgbClr val="F472B6"/>
                </a:solidFill>
                <a:latin typeface="Arial Black" pitchFamily="34" charset="0"/>
                <a:ea typeface="Arial Black" pitchFamily="34" charset="-122"/>
                <a:cs typeface="Arial Black" pitchFamily="34" charset="-120"/>
              </a:rPr>
              <a:t>84</a:t>
            </a:r>
            <a:endParaRPr lang="en-US" sz="10400" dirty="0"/>
          </a:p>
        </p:txBody>
      </p:sp>
      <p:sp>
        <p:nvSpPr>
          <p:cNvPr id="6" name="anim-1-299"/>
          <p:cNvSpPr txBox="1"/>
          <p:nvPr/>
        </p:nvSpPr>
        <p:spPr>
          <a:xfrm>
            <a:off x="640080" y="3749040"/>
            <a:ext cx="4206240" cy="457200"/>
          </a:xfrm>
          <a:prstGeom prst="rect">
            <a:avLst/>
          </a:prstGeom>
          <a:noFill/>
          <a:ln/>
        </p:spPr>
        <p:txBody>
          <a:bodyPr wrap="square" lIns="0" tIns="0" rIns="0" bIns="0" rtlCol="0" anchor="t"/>
          <a:lstStyle/>
          <a:p>
            <a:pPr algn="ctr" indent="0" marL="0">
              <a:buNone/>
            </a:pPr>
            <a:r>
              <a:rPr lang="en-US" sz="2400" b="1" dirty="0">
                <a:solidFill>
                  <a:srgbClr val="F1F5F9"/>
                </a:solidFill>
                <a:latin typeface="Calibri" pitchFamily="34" charset="0"/>
                <a:ea typeface="Calibri" pitchFamily="34" charset="-122"/>
                <a:cs typeface="Calibri" pitchFamily="34" charset="-120"/>
              </a:rPr>
              <a:t>automated tests</a:t>
            </a:r>
            <a:endParaRPr lang="en-US" sz="2400" dirty="0"/>
          </a:p>
        </p:txBody>
      </p:sp>
      <p:sp>
        <p:nvSpPr>
          <p:cNvPr id="7" name="anim-1-300"/>
          <p:cNvSpPr txBox="1"/>
          <p:nvPr/>
        </p:nvSpPr>
        <p:spPr>
          <a:xfrm>
            <a:off x="1005840" y="4343400"/>
            <a:ext cx="3474720" cy="1097280"/>
          </a:xfrm>
          <a:prstGeom prst="rect">
            <a:avLst/>
          </a:prstGeom>
          <a:noFill/>
          <a:ln/>
        </p:spPr>
        <p:txBody>
          <a:bodyPr wrap="square" lIns="0" tIns="0" rIns="0" bIns="0" rtlCol="0" anchor="t"/>
          <a:lstStyle/>
          <a:p>
            <a:pPr algn="ctr" indent="0" marL="0">
              <a:buNone/>
            </a:pPr>
            <a:r>
              <a:rPr lang="en-US" sz="1500" dirty="0">
                <a:solidFill>
                  <a:srgbClr val="A3AED0"/>
                </a:solidFill>
                <a:latin typeface="Calibri" pitchFamily="34" charset="0"/>
                <a:ea typeface="Calibri" pitchFamily="34" charset="-122"/>
                <a:cs typeface="Calibri" pitchFamily="34" charset="-120"/>
              </a:rPr>
              <a:t>Waitlist rules, filters, permissions, CSV, notifications, forms and login.</a:t>
            </a:r>
            <a:endParaRPr lang="en-US" sz="1500" dirty="0"/>
          </a:p>
        </p:txBody>
      </p:sp>
      <p:sp>
        <p:nvSpPr>
          <p:cNvPr id="8" name="anim-2-301"/>
          <p:cNvSpPr/>
          <p:nvPr/>
        </p:nvSpPr>
        <p:spPr>
          <a:xfrm>
            <a:off x="5166360" y="1600200"/>
            <a:ext cx="6400800" cy="950976"/>
          </a:xfrm>
          <a:prstGeom prst="roundRect">
            <a:avLst>
              <a:gd name="adj" fmla="val 13462"/>
            </a:avLst>
          </a:prstGeom>
          <a:solidFill>
            <a:srgbClr val="14142B"/>
          </a:solidFill>
          <a:ln w="9525">
            <a:solidFill>
              <a:srgbClr val="34345E"/>
            </a:solidFill>
            <a:prstDash val="solid"/>
          </a:ln>
        </p:spPr>
      </p:sp>
      <p:sp>
        <p:nvSpPr>
          <p:cNvPr id="9" name="anim-2-302"/>
          <p:cNvSpPr/>
          <p:nvPr/>
        </p:nvSpPr>
        <p:spPr>
          <a:xfrm>
            <a:off x="5394960" y="1728216"/>
            <a:ext cx="694944" cy="694944"/>
          </a:xfrm>
          <a:prstGeom prst="ellipse">
            <a:avLst/>
          </a:prstGeom>
          <a:solidFill>
            <a:srgbClr val="4ADE80">
              <a:alpha val="22000"/>
            </a:srgbClr>
          </a:solidFill>
          <a:ln w="12700">
            <a:solidFill>
              <a:srgbClr val="4ADE80"/>
            </a:solidFill>
            <a:prstDash val="solid"/>
          </a:ln>
        </p:spPr>
      </p:sp>
      <p:pic>
        <p:nvPicPr>
          <p:cNvPr id="10" name="anim-2-303" descr="preencoded.png">    </p:cNvPr>
          <p:cNvPicPr>
            <a:picLocks noChangeAspect="1"/>
          </p:cNvPicPr>
          <p:nvPr/>
        </p:nvPicPr>
        <p:blipFill>
          <a:blip r:embed="rId1"/>
          <a:stretch>
            <a:fillRect/>
          </a:stretch>
        </p:blipFill>
        <p:spPr>
          <a:xfrm>
            <a:off x="5568696" y="1901952"/>
            <a:ext cx="347472" cy="347472"/>
          </a:xfrm>
          <a:prstGeom prst="rect">
            <a:avLst/>
          </a:prstGeom>
        </p:spPr>
      </p:pic>
      <p:sp>
        <p:nvSpPr>
          <p:cNvPr id="11" name="anim-2-304"/>
          <p:cNvSpPr txBox="1"/>
          <p:nvPr/>
        </p:nvSpPr>
        <p:spPr>
          <a:xfrm>
            <a:off x="6309360" y="1728216"/>
            <a:ext cx="5120640" cy="365760"/>
          </a:xfrm>
          <a:prstGeom prst="rect">
            <a:avLst/>
          </a:prstGeom>
          <a:noFill/>
          <a:ln/>
        </p:spPr>
        <p:txBody>
          <a:bodyPr wrap="square" lIns="0" tIns="0" rIns="0" bIns="0" rtlCol="0" anchor="t"/>
          <a:lstStyle/>
          <a:p>
            <a:pPr indent="0" marL="0">
              <a:buNone/>
            </a:pPr>
            <a:r>
              <a:rPr lang="en-US" sz="1800" b="1" dirty="0">
                <a:solidFill>
                  <a:srgbClr val="F1F5F9"/>
                </a:solidFill>
                <a:latin typeface="Calibri" pitchFamily="34" charset="0"/>
                <a:ea typeface="Calibri" pitchFamily="34" charset="-122"/>
                <a:cs typeface="Calibri" pitchFamily="34" charset="-120"/>
              </a:rPr>
              <a:t>CSRF token on every POST</a:t>
            </a:r>
            <a:endParaRPr lang="en-US" sz="1800" dirty="0"/>
          </a:p>
        </p:txBody>
      </p:sp>
      <p:sp>
        <p:nvSpPr>
          <p:cNvPr id="12" name="anim-2-305"/>
          <p:cNvSpPr txBox="1"/>
          <p:nvPr/>
        </p:nvSpPr>
        <p:spPr>
          <a:xfrm>
            <a:off x="6309360" y="2103120"/>
            <a:ext cx="5120640" cy="32004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Including the AJAX calls.</a:t>
            </a:r>
            <a:endParaRPr lang="en-US" sz="1400" dirty="0"/>
          </a:p>
        </p:txBody>
      </p:sp>
      <p:sp>
        <p:nvSpPr>
          <p:cNvPr id="13" name="anim-3-306"/>
          <p:cNvSpPr/>
          <p:nvPr/>
        </p:nvSpPr>
        <p:spPr>
          <a:xfrm>
            <a:off x="5166360" y="2715768"/>
            <a:ext cx="6400800" cy="950976"/>
          </a:xfrm>
          <a:prstGeom prst="roundRect">
            <a:avLst>
              <a:gd name="adj" fmla="val 13462"/>
            </a:avLst>
          </a:prstGeom>
          <a:solidFill>
            <a:srgbClr val="14142B"/>
          </a:solidFill>
          <a:ln w="9525">
            <a:solidFill>
              <a:srgbClr val="34345E"/>
            </a:solidFill>
            <a:prstDash val="solid"/>
          </a:ln>
        </p:spPr>
      </p:sp>
      <p:sp>
        <p:nvSpPr>
          <p:cNvPr id="14" name="anim-3-307"/>
          <p:cNvSpPr/>
          <p:nvPr/>
        </p:nvSpPr>
        <p:spPr>
          <a:xfrm>
            <a:off x="5394960" y="2843784"/>
            <a:ext cx="694944" cy="694944"/>
          </a:xfrm>
          <a:prstGeom prst="ellipse">
            <a:avLst/>
          </a:prstGeom>
          <a:solidFill>
            <a:srgbClr val="A5B4FC">
              <a:alpha val="22000"/>
            </a:srgbClr>
          </a:solidFill>
          <a:ln w="12700">
            <a:solidFill>
              <a:srgbClr val="A5B4FC"/>
            </a:solidFill>
            <a:prstDash val="solid"/>
          </a:ln>
        </p:spPr>
      </p:sp>
      <p:pic>
        <p:nvPicPr>
          <p:cNvPr id="15" name="anim-3-308" descr="preencoded.png">    </p:cNvPr>
          <p:cNvPicPr>
            <a:picLocks noChangeAspect="1"/>
          </p:cNvPicPr>
          <p:nvPr/>
        </p:nvPicPr>
        <p:blipFill>
          <a:blip r:embed="rId2"/>
          <a:stretch>
            <a:fillRect/>
          </a:stretch>
        </p:blipFill>
        <p:spPr>
          <a:xfrm>
            <a:off x="5568696" y="3017520"/>
            <a:ext cx="347472" cy="347472"/>
          </a:xfrm>
          <a:prstGeom prst="rect">
            <a:avLst/>
          </a:prstGeom>
        </p:spPr>
      </p:pic>
      <p:sp>
        <p:nvSpPr>
          <p:cNvPr id="16" name="anim-3-309"/>
          <p:cNvSpPr txBox="1"/>
          <p:nvPr/>
        </p:nvSpPr>
        <p:spPr>
          <a:xfrm>
            <a:off x="6309360" y="2843784"/>
            <a:ext cx="5120640" cy="365760"/>
          </a:xfrm>
          <a:prstGeom prst="rect">
            <a:avLst/>
          </a:prstGeom>
          <a:noFill/>
          <a:ln/>
        </p:spPr>
        <p:txBody>
          <a:bodyPr wrap="square" lIns="0" tIns="0" rIns="0" bIns="0" rtlCol="0" anchor="t"/>
          <a:lstStyle/>
          <a:p>
            <a:pPr indent="0" marL="0">
              <a:buNone/>
            </a:pPr>
            <a:r>
              <a:rPr lang="en-US" sz="1800" b="1" dirty="0">
                <a:solidFill>
                  <a:srgbClr val="F1F5F9"/>
                </a:solidFill>
                <a:latin typeface="Calibri" pitchFamily="34" charset="0"/>
                <a:ea typeface="Calibri" pitchFamily="34" charset="-122"/>
                <a:cs typeface="Calibri" pitchFamily="34" charset="-120"/>
              </a:rPr>
              <a:t>Owner-only pages</a:t>
            </a:r>
            <a:endParaRPr lang="en-US" sz="1800" dirty="0"/>
          </a:p>
        </p:txBody>
      </p:sp>
      <p:sp>
        <p:nvSpPr>
          <p:cNvPr id="17" name="anim-3-310"/>
          <p:cNvSpPr txBox="1"/>
          <p:nvPr/>
        </p:nvSpPr>
        <p:spPr>
          <a:xfrm>
            <a:off x="6309360" y="3218688"/>
            <a:ext cx="5120640" cy="32004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401 without login, 403 for other users.</a:t>
            </a:r>
            <a:endParaRPr lang="en-US" sz="1400" dirty="0"/>
          </a:p>
        </p:txBody>
      </p:sp>
      <p:sp>
        <p:nvSpPr>
          <p:cNvPr id="18" name="anim-4-311"/>
          <p:cNvSpPr/>
          <p:nvPr/>
        </p:nvSpPr>
        <p:spPr>
          <a:xfrm>
            <a:off x="5166360" y="3831336"/>
            <a:ext cx="6400800" cy="950976"/>
          </a:xfrm>
          <a:prstGeom prst="roundRect">
            <a:avLst>
              <a:gd name="adj" fmla="val 13462"/>
            </a:avLst>
          </a:prstGeom>
          <a:solidFill>
            <a:srgbClr val="14142B"/>
          </a:solidFill>
          <a:ln w="9525">
            <a:solidFill>
              <a:srgbClr val="34345E"/>
            </a:solidFill>
            <a:prstDash val="solid"/>
          </a:ln>
        </p:spPr>
      </p:sp>
      <p:sp>
        <p:nvSpPr>
          <p:cNvPr id="19" name="anim-4-312"/>
          <p:cNvSpPr/>
          <p:nvPr/>
        </p:nvSpPr>
        <p:spPr>
          <a:xfrm>
            <a:off x="5394960" y="3959352"/>
            <a:ext cx="694944" cy="694944"/>
          </a:xfrm>
          <a:prstGeom prst="ellipse">
            <a:avLst/>
          </a:prstGeom>
          <a:solidFill>
            <a:srgbClr val="F97316">
              <a:alpha val="22000"/>
            </a:srgbClr>
          </a:solidFill>
          <a:ln w="12700">
            <a:solidFill>
              <a:srgbClr val="F97316"/>
            </a:solidFill>
            <a:prstDash val="solid"/>
          </a:ln>
        </p:spPr>
      </p:sp>
      <p:pic>
        <p:nvPicPr>
          <p:cNvPr id="20" name="anim-4-313" descr="preencoded.png">    </p:cNvPr>
          <p:cNvPicPr>
            <a:picLocks noChangeAspect="1"/>
          </p:cNvPicPr>
          <p:nvPr/>
        </p:nvPicPr>
        <p:blipFill>
          <a:blip r:embed="rId3"/>
          <a:stretch>
            <a:fillRect/>
          </a:stretch>
        </p:blipFill>
        <p:spPr>
          <a:xfrm>
            <a:off x="5568696" y="4133088"/>
            <a:ext cx="347472" cy="347472"/>
          </a:xfrm>
          <a:prstGeom prst="rect">
            <a:avLst/>
          </a:prstGeom>
        </p:spPr>
      </p:pic>
      <p:sp>
        <p:nvSpPr>
          <p:cNvPr id="21" name="anim-4-314"/>
          <p:cNvSpPr txBox="1"/>
          <p:nvPr/>
        </p:nvSpPr>
        <p:spPr>
          <a:xfrm>
            <a:off x="6309360" y="3959352"/>
            <a:ext cx="5120640" cy="365760"/>
          </a:xfrm>
          <a:prstGeom prst="rect">
            <a:avLst/>
          </a:prstGeom>
          <a:noFill/>
          <a:ln/>
        </p:spPr>
        <p:txBody>
          <a:bodyPr wrap="square" lIns="0" tIns="0" rIns="0" bIns="0" rtlCol="0" anchor="t"/>
          <a:lstStyle/>
          <a:p>
            <a:pPr indent="0" marL="0">
              <a:buNone/>
            </a:pPr>
            <a:r>
              <a:rPr lang="en-US" sz="1800" b="1" dirty="0">
                <a:solidFill>
                  <a:srgbClr val="F1F5F9"/>
                </a:solidFill>
                <a:latin typeface="Calibri" pitchFamily="34" charset="0"/>
                <a:ea typeface="Calibri" pitchFamily="34" charset="-122"/>
                <a:cs typeface="Calibri" pitchFamily="34" charset="-120"/>
              </a:rPr>
              <a:t>Spreadsheet-safe CSV</a:t>
            </a:r>
            <a:endParaRPr lang="en-US" sz="1800" dirty="0"/>
          </a:p>
        </p:txBody>
      </p:sp>
      <p:sp>
        <p:nvSpPr>
          <p:cNvPr id="22" name="anim-4-315"/>
          <p:cNvSpPr txBox="1"/>
          <p:nvPr/>
        </p:nvSpPr>
        <p:spPr>
          <a:xfrm>
            <a:off x="6309360" y="4334256"/>
            <a:ext cx="5120640" cy="32004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Formula characters are escaped.</a:t>
            </a:r>
            <a:endParaRPr lang="en-US" sz="1400" dirty="0"/>
          </a:p>
        </p:txBody>
      </p:sp>
      <p:sp>
        <p:nvSpPr>
          <p:cNvPr id="23" name="anim-5-316"/>
          <p:cNvSpPr/>
          <p:nvPr/>
        </p:nvSpPr>
        <p:spPr>
          <a:xfrm>
            <a:off x="5166360" y="4946904"/>
            <a:ext cx="6400800" cy="950976"/>
          </a:xfrm>
          <a:prstGeom prst="roundRect">
            <a:avLst>
              <a:gd name="adj" fmla="val 13462"/>
            </a:avLst>
          </a:prstGeom>
          <a:solidFill>
            <a:srgbClr val="14142B"/>
          </a:solidFill>
          <a:ln w="9525">
            <a:solidFill>
              <a:srgbClr val="34345E"/>
            </a:solidFill>
            <a:prstDash val="solid"/>
          </a:ln>
        </p:spPr>
      </p:sp>
      <p:sp>
        <p:nvSpPr>
          <p:cNvPr id="24" name="anim-5-317"/>
          <p:cNvSpPr/>
          <p:nvPr/>
        </p:nvSpPr>
        <p:spPr>
          <a:xfrm>
            <a:off x="5394960" y="5074920"/>
            <a:ext cx="694944" cy="694944"/>
          </a:xfrm>
          <a:prstGeom prst="ellipse">
            <a:avLst/>
          </a:prstGeom>
          <a:solidFill>
            <a:srgbClr val="F472B6">
              <a:alpha val="22000"/>
            </a:srgbClr>
          </a:solidFill>
          <a:ln w="12700">
            <a:solidFill>
              <a:srgbClr val="F472B6"/>
            </a:solidFill>
            <a:prstDash val="solid"/>
          </a:ln>
        </p:spPr>
      </p:sp>
      <p:pic>
        <p:nvPicPr>
          <p:cNvPr id="25" name="anim-5-318" descr="preencoded.png">    </p:cNvPr>
          <p:cNvPicPr>
            <a:picLocks noChangeAspect="1"/>
          </p:cNvPicPr>
          <p:nvPr/>
        </p:nvPicPr>
        <p:blipFill>
          <a:blip r:embed="rId4"/>
          <a:stretch>
            <a:fillRect/>
          </a:stretch>
        </p:blipFill>
        <p:spPr>
          <a:xfrm>
            <a:off x="5568696" y="5248656"/>
            <a:ext cx="347472" cy="347472"/>
          </a:xfrm>
          <a:prstGeom prst="rect">
            <a:avLst/>
          </a:prstGeom>
        </p:spPr>
      </p:pic>
      <p:sp>
        <p:nvSpPr>
          <p:cNvPr id="26" name="anim-5-319"/>
          <p:cNvSpPr txBox="1"/>
          <p:nvPr/>
        </p:nvSpPr>
        <p:spPr>
          <a:xfrm>
            <a:off x="6309360" y="5074920"/>
            <a:ext cx="5120640" cy="365760"/>
          </a:xfrm>
          <a:prstGeom prst="rect">
            <a:avLst/>
          </a:prstGeom>
          <a:noFill/>
          <a:ln/>
        </p:spPr>
        <p:txBody>
          <a:bodyPr wrap="square" lIns="0" tIns="0" rIns="0" bIns="0" rtlCol="0" anchor="t"/>
          <a:lstStyle/>
          <a:p>
            <a:pPr indent="0" marL="0">
              <a:buNone/>
            </a:pPr>
            <a:r>
              <a:rPr lang="en-US" sz="1800" b="1" dirty="0">
                <a:solidFill>
                  <a:srgbClr val="F1F5F9"/>
                </a:solidFill>
                <a:latin typeface="Calibri" pitchFamily="34" charset="0"/>
                <a:ea typeface="Calibri" pitchFamily="34" charset="-122"/>
                <a:cs typeface="Calibri" pitchFamily="34" charset="-120"/>
              </a:rPr>
              <a:t>HTTPS and secure cookies</a:t>
            </a:r>
            <a:endParaRPr lang="en-US" sz="1800" dirty="0"/>
          </a:p>
        </p:txBody>
      </p:sp>
      <p:sp>
        <p:nvSpPr>
          <p:cNvPr id="27" name="anim-5-320"/>
          <p:cNvSpPr txBox="1"/>
          <p:nvPr/>
        </p:nvSpPr>
        <p:spPr>
          <a:xfrm>
            <a:off x="6309360" y="5449824"/>
            <a:ext cx="5120640" cy="32004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Secret key comes from the environment.</a:t>
            </a:r>
            <a:endParaRPr lang="en-US" sz="1400" dirty="0"/>
          </a:p>
        </p:txBody>
      </p:sp>
      <p:sp>
        <p:nvSpPr>
          <p:cNvPr id="28" name="anim-6-321"/>
          <p:cNvSpPr txBox="1"/>
          <p:nvPr/>
        </p:nvSpPr>
        <p:spPr>
          <a:xfrm>
            <a:off x="640080" y="6144768"/>
            <a:ext cx="10881360" cy="274320"/>
          </a:xfrm>
          <a:prstGeom prst="rect">
            <a:avLst/>
          </a:prstGeom>
          <a:noFill/>
          <a:ln/>
        </p:spPr>
        <p:txBody>
          <a:bodyPr wrap="square" lIns="0" tIns="0" rIns="0" bIns="0" rtlCol="0" anchor="t"/>
          <a:lstStyle/>
          <a:p>
            <a:pPr indent="0" marL="0">
              <a:buNone/>
            </a:pPr>
            <a:r>
              <a:rPr lang="en-US" sz="1200" dirty="0">
                <a:solidFill>
                  <a:srgbClr val="A3AED0"/>
                </a:solidFill>
                <a:latin typeface="Calibri" pitchFamily="34" charset="0"/>
                <a:ea typeface="Calibri" pitchFamily="34" charset="-122"/>
                <a:cs typeface="Calibri" pitchFamily="34" charset="-120"/>
              </a:rPr>
              <a:t>Found by testing: a filter crash on a superscript digit, and a “just now” label that never showed. Both fixed.</a:t>
            </a:r>
            <a:endParaRPr lang="en-US" sz="1200" dirty="0"/>
          </a:p>
        </p:txBody>
      </p:sp>
      <p:sp>
        <p:nvSpPr>
          <p:cNvPr id="25" name="s12 Slide Number Placeholder 0"/>
          <p:cNvSpPr>
            <a:spLocks noGrp="1"/>
          </p:cNvSpPr>
          <p:nvPr>
            <p:ph type="sldNum" sz="quarter" idx="4294967295"/>
          </p:nvPr>
        </p:nvSpPr>
        <p:spPr>
          <a:xfrm>
            <a:off x="1106424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ED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decel="100000" fill="hold"/>
                                        <p:tgtEl>
                                          <p:spTgt spid="4"/>
                                        </p:tgtEl>
                                        <p:attrNameLst>
                                          <p:attrName>ppt_x</p:attrName>
                                        </p:attrNameLst>
                                      </p:cBhvr>
                                      <p:tavLst>
                                        <p:tav tm="0">
                                          <p:val>
                                            <p:strVal val="#ppt_x"/>
                                          </p:val>
                                        </p:tav>
                                        <p:tav tm="100000">
                                          <p:val>
                                            <p:strVal val="#ppt_x"/>
                                          </p:val>
                                        </p:tav>
                                      </p:tavLst>
                                    </p:anim>
                                    <p:anim calcmode="lin" valueType="num">
                                      <p:cBhvr>
                                        <p:cTn id="9" dur="550" decel="100000" fill="hold"/>
                                        <p:tgtEl>
                                          <p:spTgt spid="4"/>
                                        </p:tgtEl>
                                        <p:attrNameLst>
                                          <p:attrName>ppt_y</p:attrName>
                                        </p:attrNameLst>
                                      </p:cBhvr>
                                      <p:tavLst>
                                        <p:tav tm="0">
                                          <p:val>
                                            <p:strVal val="#ppt_y+.035"/>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decel="100000" fill="hold"/>
                                        <p:tgtEl>
                                          <p:spTgt spid="5"/>
                                        </p:tgtEl>
                                        <p:attrNameLst>
                                          <p:attrName>ppt_x</p:attrName>
                                        </p:attrNameLst>
                                      </p:cBhvr>
                                      <p:tavLst>
                                        <p:tav tm="0">
                                          <p:val>
                                            <p:strVal val="#ppt_x"/>
                                          </p:val>
                                        </p:tav>
                                        <p:tav tm="100000">
                                          <p:val>
                                            <p:strVal val="#ppt_x"/>
                                          </p:val>
                                        </p:tav>
                                      </p:tavLst>
                                    </p:anim>
                                    <p:anim calcmode="lin" valueType="num">
                                      <p:cBhvr>
                                        <p:cTn id="14" dur="550" decel="100000" fill="hold"/>
                                        <p:tgtEl>
                                          <p:spTgt spid="5"/>
                                        </p:tgtEl>
                                        <p:attrNameLst>
                                          <p:attrName>ppt_y</p:attrName>
                                        </p:attrNameLst>
                                      </p:cBhvr>
                                      <p:tavLst>
                                        <p:tav tm="0">
                                          <p:val>
                                            <p:strVal val="#ppt_y+.035"/>
                                          </p:val>
                                        </p:tav>
                                        <p:tav tm="100000">
                                          <p:val>
                                            <p:strVal val="#ppt_y"/>
                                          </p:val>
                                        </p:tav>
                                      </p:tavLst>
                                    </p:anim>
                                  </p:childTnLst>
                                </p:cTn>
                              </p:par>
                              <p:par>
                                <p:cTn id="15" presetID="42" presetClass="entr" presetSubtype="0" fill="hold" grpId="0" nodeType="withEffect">
                                  <p:stCondLst>
                                    <p:cond delay="2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decel="100000" fill="hold"/>
                                        <p:tgtEl>
                                          <p:spTgt spid="6"/>
                                        </p:tgtEl>
                                        <p:attrNameLst>
                                          <p:attrName>ppt_x</p:attrName>
                                        </p:attrNameLst>
                                      </p:cBhvr>
                                      <p:tavLst>
                                        <p:tav tm="0">
                                          <p:val>
                                            <p:strVal val="#ppt_x"/>
                                          </p:val>
                                        </p:tav>
                                        <p:tav tm="100000">
                                          <p:val>
                                            <p:strVal val="#ppt_x"/>
                                          </p:val>
                                        </p:tav>
                                      </p:tavLst>
                                    </p:anim>
                                    <p:anim calcmode="lin" valueType="num">
                                      <p:cBhvr>
                                        <p:cTn id="19" dur="550" decel="100000" fill="hold"/>
                                        <p:tgtEl>
                                          <p:spTgt spid="6"/>
                                        </p:tgtEl>
                                        <p:attrNameLst>
                                          <p:attrName>ppt_y</p:attrName>
                                        </p:attrNameLst>
                                      </p:cBhvr>
                                      <p:tavLst>
                                        <p:tav tm="0">
                                          <p:val>
                                            <p:strVal val="#ppt_y+.035"/>
                                          </p:val>
                                        </p:tav>
                                        <p:tav tm="100000">
                                          <p:val>
                                            <p:strVal val="#ppt_y"/>
                                          </p:val>
                                        </p:tav>
                                      </p:tavLst>
                                    </p:anim>
                                  </p:childTnLst>
                                </p:cTn>
                              </p:par>
                              <p:par>
                                <p:cTn id="20" presetID="42" presetClass="entr" presetSubtype="0" fill="hold" grpId="0" nodeType="withEffect">
                                  <p:stCondLst>
                                    <p:cond delay="2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decel="100000" fill="hold"/>
                                        <p:tgtEl>
                                          <p:spTgt spid="7"/>
                                        </p:tgtEl>
                                        <p:attrNameLst>
                                          <p:attrName>ppt_x</p:attrName>
                                        </p:attrNameLst>
                                      </p:cBhvr>
                                      <p:tavLst>
                                        <p:tav tm="0">
                                          <p:val>
                                            <p:strVal val="#ppt_x"/>
                                          </p:val>
                                        </p:tav>
                                        <p:tav tm="100000">
                                          <p:val>
                                            <p:strVal val="#ppt_x"/>
                                          </p:val>
                                        </p:tav>
                                      </p:tavLst>
                                    </p:anim>
                                    <p:anim calcmode="lin" valueType="num">
                                      <p:cBhvr>
                                        <p:cTn id="24" dur="550" decel="100000" fill="hold"/>
                                        <p:tgtEl>
                                          <p:spTgt spid="7"/>
                                        </p:tgtEl>
                                        <p:attrNameLst>
                                          <p:attrName>ppt_y</p:attrName>
                                        </p:attrNameLst>
                                      </p:cBhvr>
                                      <p:tavLst>
                                        <p:tav tm="0">
                                          <p:val>
                                            <p:strVal val="#ppt_y+.035"/>
                                          </p:val>
                                        </p:tav>
                                        <p:tav tm="100000">
                                          <p:val>
                                            <p:strVal val="#ppt_y"/>
                                          </p:val>
                                        </p:tav>
                                      </p:tavLst>
                                    </p:anim>
                                  </p:childTnLst>
                                </p:cTn>
                              </p:par>
                              <p:par>
                                <p:cTn id="25" presetID="42" presetClass="entr" presetSubtype="0" fill="hold" grpId="0" nodeType="withEffect">
                                  <p:stCondLst>
                                    <p:cond delay="47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decel="100000" fill="hold"/>
                                        <p:tgtEl>
                                          <p:spTgt spid="8"/>
                                        </p:tgtEl>
                                        <p:attrNameLst>
                                          <p:attrName>ppt_x</p:attrName>
                                        </p:attrNameLst>
                                      </p:cBhvr>
                                      <p:tavLst>
                                        <p:tav tm="0">
                                          <p:val>
                                            <p:strVal val="#ppt_x"/>
                                          </p:val>
                                        </p:tav>
                                        <p:tav tm="100000">
                                          <p:val>
                                            <p:strVal val="#ppt_x"/>
                                          </p:val>
                                        </p:tav>
                                      </p:tavLst>
                                    </p:anim>
                                    <p:anim calcmode="lin" valueType="num">
                                      <p:cBhvr>
                                        <p:cTn id="29" dur="550" decel="100000" fill="hold"/>
                                        <p:tgtEl>
                                          <p:spTgt spid="8"/>
                                        </p:tgtEl>
                                        <p:attrNameLst>
                                          <p:attrName>ppt_y</p:attrName>
                                        </p:attrNameLst>
                                      </p:cBhvr>
                                      <p:tavLst>
                                        <p:tav tm="0">
                                          <p:val>
                                            <p:strVal val="#ppt_y+.035"/>
                                          </p:val>
                                        </p:tav>
                                        <p:tav tm="100000">
                                          <p:val>
                                            <p:strVal val="#ppt_y"/>
                                          </p:val>
                                        </p:tav>
                                      </p:tavLst>
                                    </p:anim>
                                  </p:childTnLst>
                                </p:cTn>
                              </p:par>
                              <p:par>
                                <p:cTn id="30" presetID="42" presetClass="entr" presetSubtype="0" fill="hold" grpId="0" nodeType="withEffect">
                                  <p:stCondLst>
                                    <p:cond delay="47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p:cTn id="33" dur="550" decel="100000" fill="hold"/>
                                        <p:tgtEl>
                                          <p:spTgt spid="9"/>
                                        </p:tgtEl>
                                        <p:attrNameLst>
                                          <p:attrName>ppt_x</p:attrName>
                                        </p:attrNameLst>
                                      </p:cBhvr>
                                      <p:tavLst>
                                        <p:tav tm="0">
                                          <p:val>
                                            <p:strVal val="#ppt_x"/>
                                          </p:val>
                                        </p:tav>
                                        <p:tav tm="100000">
                                          <p:val>
                                            <p:strVal val="#ppt_x"/>
                                          </p:val>
                                        </p:tav>
                                      </p:tavLst>
                                    </p:anim>
                                    <p:anim calcmode="lin" valueType="num">
                                      <p:cBhvr>
                                        <p:cTn id="34" dur="550" decel="100000" fill="hold"/>
                                        <p:tgtEl>
                                          <p:spTgt spid="9"/>
                                        </p:tgtEl>
                                        <p:attrNameLst>
                                          <p:attrName>ppt_y</p:attrName>
                                        </p:attrNameLst>
                                      </p:cBhvr>
                                      <p:tavLst>
                                        <p:tav tm="0">
                                          <p:val>
                                            <p:strVal val="#ppt_y+.035"/>
                                          </p:val>
                                        </p:tav>
                                        <p:tav tm="100000">
                                          <p:val>
                                            <p:strVal val="#ppt_y"/>
                                          </p:val>
                                        </p:tav>
                                      </p:tavLst>
                                    </p:anim>
                                  </p:childTnLst>
                                </p:cTn>
                              </p:par>
                              <p:par>
                                <p:cTn id="35" presetID="42" presetClass="entr" presetSubtype="0" fill="hold" nodeType="withEffect">
                                  <p:stCondLst>
                                    <p:cond delay="47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p:cTn id="38" dur="550" decel="100000" fill="hold"/>
                                        <p:tgtEl>
                                          <p:spTgt spid="10"/>
                                        </p:tgtEl>
                                        <p:attrNameLst>
                                          <p:attrName>ppt_x</p:attrName>
                                        </p:attrNameLst>
                                      </p:cBhvr>
                                      <p:tavLst>
                                        <p:tav tm="0">
                                          <p:val>
                                            <p:strVal val="#ppt_x"/>
                                          </p:val>
                                        </p:tav>
                                        <p:tav tm="100000">
                                          <p:val>
                                            <p:strVal val="#ppt_x"/>
                                          </p:val>
                                        </p:tav>
                                      </p:tavLst>
                                    </p:anim>
                                    <p:anim calcmode="lin" valueType="num">
                                      <p:cBhvr>
                                        <p:cTn id="39" dur="550" decel="100000" fill="hold"/>
                                        <p:tgtEl>
                                          <p:spTgt spid="10"/>
                                        </p:tgtEl>
                                        <p:attrNameLst>
                                          <p:attrName>ppt_y</p:attrName>
                                        </p:attrNameLst>
                                      </p:cBhvr>
                                      <p:tavLst>
                                        <p:tav tm="0">
                                          <p:val>
                                            <p:strVal val="#ppt_y+.035"/>
                                          </p:val>
                                        </p:tav>
                                        <p:tav tm="100000">
                                          <p:val>
                                            <p:strVal val="#ppt_y"/>
                                          </p:val>
                                        </p:tav>
                                      </p:tavLst>
                                    </p:anim>
                                  </p:childTnLst>
                                </p:cTn>
                              </p:par>
                              <p:par>
                                <p:cTn id="40" presetID="42" presetClass="entr" presetSubtype="0" fill="hold" grpId="0" nodeType="withEffect">
                                  <p:stCondLst>
                                    <p:cond delay="47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p:cTn id="43" dur="550" decel="100000" fill="hold"/>
                                        <p:tgtEl>
                                          <p:spTgt spid="11"/>
                                        </p:tgtEl>
                                        <p:attrNameLst>
                                          <p:attrName>ppt_x</p:attrName>
                                        </p:attrNameLst>
                                      </p:cBhvr>
                                      <p:tavLst>
                                        <p:tav tm="0">
                                          <p:val>
                                            <p:strVal val="#ppt_x"/>
                                          </p:val>
                                        </p:tav>
                                        <p:tav tm="100000">
                                          <p:val>
                                            <p:strVal val="#ppt_x"/>
                                          </p:val>
                                        </p:tav>
                                      </p:tavLst>
                                    </p:anim>
                                    <p:anim calcmode="lin" valueType="num">
                                      <p:cBhvr>
                                        <p:cTn id="44" dur="550" decel="100000" fill="hold"/>
                                        <p:tgtEl>
                                          <p:spTgt spid="11"/>
                                        </p:tgtEl>
                                        <p:attrNameLst>
                                          <p:attrName>ppt_y</p:attrName>
                                        </p:attrNameLst>
                                      </p:cBhvr>
                                      <p:tavLst>
                                        <p:tav tm="0">
                                          <p:val>
                                            <p:strVal val="#ppt_y+.035"/>
                                          </p:val>
                                        </p:tav>
                                        <p:tav tm="100000">
                                          <p:val>
                                            <p:strVal val="#ppt_y"/>
                                          </p:val>
                                        </p:tav>
                                      </p:tavLst>
                                    </p:anim>
                                  </p:childTnLst>
                                </p:cTn>
                              </p:par>
                              <p:par>
                                <p:cTn id="45" presetID="42" presetClass="entr" presetSubtype="0" fill="hold" grpId="0" nodeType="withEffect">
                                  <p:stCondLst>
                                    <p:cond delay="47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p:cTn id="48" dur="550" decel="100000" fill="hold"/>
                                        <p:tgtEl>
                                          <p:spTgt spid="12"/>
                                        </p:tgtEl>
                                        <p:attrNameLst>
                                          <p:attrName>ppt_x</p:attrName>
                                        </p:attrNameLst>
                                      </p:cBhvr>
                                      <p:tavLst>
                                        <p:tav tm="0">
                                          <p:val>
                                            <p:strVal val="#ppt_x"/>
                                          </p:val>
                                        </p:tav>
                                        <p:tav tm="100000">
                                          <p:val>
                                            <p:strVal val="#ppt_x"/>
                                          </p:val>
                                        </p:tav>
                                      </p:tavLst>
                                    </p:anim>
                                    <p:anim calcmode="lin" valueType="num">
                                      <p:cBhvr>
                                        <p:cTn id="49" dur="550" decel="100000" fill="hold"/>
                                        <p:tgtEl>
                                          <p:spTgt spid="12"/>
                                        </p:tgtEl>
                                        <p:attrNameLst>
                                          <p:attrName>ppt_y</p:attrName>
                                        </p:attrNameLst>
                                      </p:cBhvr>
                                      <p:tavLst>
                                        <p:tav tm="0">
                                          <p:val>
                                            <p:strVal val="#ppt_y+.035"/>
                                          </p:val>
                                        </p:tav>
                                        <p:tav tm="100000">
                                          <p:val>
                                            <p:strVal val="#ppt_y"/>
                                          </p:val>
                                        </p:tav>
                                      </p:tavLst>
                                    </p:anim>
                                  </p:childTnLst>
                                </p:cTn>
                              </p:par>
                              <p:par>
                                <p:cTn id="50" presetID="42" presetClass="entr" presetSubtype="0" fill="hold" grpId="0" nodeType="withEffect">
                                  <p:stCondLst>
                                    <p:cond delay="69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p:cTn id="53" dur="550" decel="100000" fill="hold"/>
                                        <p:tgtEl>
                                          <p:spTgt spid="13"/>
                                        </p:tgtEl>
                                        <p:attrNameLst>
                                          <p:attrName>ppt_x</p:attrName>
                                        </p:attrNameLst>
                                      </p:cBhvr>
                                      <p:tavLst>
                                        <p:tav tm="0">
                                          <p:val>
                                            <p:strVal val="#ppt_x"/>
                                          </p:val>
                                        </p:tav>
                                        <p:tav tm="100000">
                                          <p:val>
                                            <p:strVal val="#ppt_x"/>
                                          </p:val>
                                        </p:tav>
                                      </p:tavLst>
                                    </p:anim>
                                    <p:anim calcmode="lin" valueType="num">
                                      <p:cBhvr>
                                        <p:cTn id="54" dur="550" decel="100000" fill="hold"/>
                                        <p:tgtEl>
                                          <p:spTgt spid="13"/>
                                        </p:tgtEl>
                                        <p:attrNameLst>
                                          <p:attrName>ppt_y</p:attrName>
                                        </p:attrNameLst>
                                      </p:cBhvr>
                                      <p:tavLst>
                                        <p:tav tm="0">
                                          <p:val>
                                            <p:strVal val="#ppt_y+.035"/>
                                          </p:val>
                                        </p:tav>
                                        <p:tav tm="100000">
                                          <p:val>
                                            <p:strVal val="#ppt_y"/>
                                          </p:val>
                                        </p:tav>
                                      </p:tavLst>
                                    </p:anim>
                                  </p:childTnLst>
                                </p:cTn>
                              </p:par>
                              <p:par>
                                <p:cTn id="55" presetID="42" presetClass="entr" presetSubtype="0" fill="hold" grpId="0" nodeType="withEffect">
                                  <p:stCondLst>
                                    <p:cond delay="69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p:cTn id="58" dur="550" decel="100000" fill="hold"/>
                                        <p:tgtEl>
                                          <p:spTgt spid="14"/>
                                        </p:tgtEl>
                                        <p:attrNameLst>
                                          <p:attrName>ppt_x</p:attrName>
                                        </p:attrNameLst>
                                      </p:cBhvr>
                                      <p:tavLst>
                                        <p:tav tm="0">
                                          <p:val>
                                            <p:strVal val="#ppt_x"/>
                                          </p:val>
                                        </p:tav>
                                        <p:tav tm="100000">
                                          <p:val>
                                            <p:strVal val="#ppt_x"/>
                                          </p:val>
                                        </p:tav>
                                      </p:tavLst>
                                    </p:anim>
                                    <p:anim calcmode="lin" valueType="num">
                                      <p:cBhvr>
                                        <p:cTn id="59" dur="550" decel="100000" fill="hold"/>
                                        <p:tgtEl>
                                          <p:spTgt spid="14"/>
                                        </p:tgtEl>
                                        <p:attrNameLst>
                                          <p:attrName>ppt_y</p:attrName>
                                        </p:attrNameLst>
                                      </p:cBhvr>
                                      <p:tavLst>
                                        <p:tav tm="0">
                                          <p:val>
                                            <p:strVal val="#ppt_y+.035"/>
                                          </p:val>
                                        </p:tav>
                                        <p:tav tm="100000">
                                          <p:val>
                                            <p:strVal val="#ppt_y"/>
                                          </p:val>
                                        </p:tav>
                                      </p:tavLst>
                                    </p:anim>
                                  </p:childTnLst>
                                </p:cTn>
                              </p:par>
                              <p:par>
                                <p:cTn id="60" presetID="42" presetClass="entr" presetSubtype="0" fill="hold" nodeType="withEffect">
                                  <p:stCondLst>
                                    <p:cond delay="69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p:cTn id="63" dur="550" decel="100000" fill="hold"/>
                                        <p:tgtEl>
                                          <p:spTgt spid="15"/>
                                        </p:tgtEl>
                                        <p:attrNameLst>
                                          <p:attrName>ppt_x</p:attrName>
                                        </p:attrNameLst>
                                      </p:cBhvr>
                                      <p:tavLst>
                                        <p:tav tm="0">
                                          <p:val>
                                            <p:strVal val="#ppt_x"/>
                                          </p:val>
                                        </p:tav>
                                        <p:tav tm="100000">
                                          <p:val>
                                            <p:strVal val="#ppt_x"/>
                                          </p:val>
                                        </p:tav>
                                      </p:tavLst>
                                    </p:anim>
                                    <p:anim calcmode="lin" valueType="num">
                                      <p:cBhvr>
                                        <p:cTn id="64" dur="550" decel="100000" fill="hold"/>
                                        <p:tgtEl>
                                          <p:spTgt spid="15"/>
                                        </p:tgtEl>
                                        <p:attrNameLst>
                                          <p:attrName>ppt_y</p:attrName>
                                        </p:attrNameLst>
                                      </p:cBhvr>
                                      <p:tavLst>
                                        <p:tav tm="0">
                                          <p:val>
                                            <p:strVal val="#ppt_y+.035"/>
                                          </p:val>
                                        </p:tav>
                                        <p:tav tm="100000">
                                          <p:val>
                                            <p:strVal val="#ppt_y"/>
                                          </p:val>
                                        </p:tav>
                                      </p:tavLst>
                                    </p:anim>
                                  </p:childTnLst>
                                </p:cTn>
                              </p:par>
                              <p:par>
                                <p:cTn id="65" presetID="42" presetClass="entr" presetSubtype="0" fill="hold" grpId="0" nodeType="withEffect">
                                  <p:stCondLst>
                                    <p:cond delay="69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p:cTn id="68" dur="550" decel="100000" fill="hold"/>
                                        <p:tgtEl>
                                          <p:spTgt spid="16"/>
                                        </p:tgtEl>
                                        <p:attrNameLst>
                                          <p:attrName>ppt_x</p:attrName>
                                        </p:attrNameLst>
                                      </p:cBhvr>
                                      <p:tavLst>
                                        <p:tav tm="0">
                                          <p:val>
                                            <p:strVal val="#ppt_x"/>
                                          </p:val>
                                        </p:tav>
                                        <p:tav tm="100000">
                                          <p:val>
                                            <p:strVal val="#ppt_x"/>
                                          </p:val>
                                        </p:tav>
                                      </p:tavLst>
                                    </p:anim>
                                    <p:anim calcmode="lin" valueType="num">
                                      <p:cBhvr>
                                        <p:cTn id="69" dur="550" decel="100000" fill="hold"/>
                                        <p:tgtEl>
                                          <p:spTgt spid="16"/>
                                        </p:tgtEl>
                                        <p:attrNameLst>
                                          <p:attrName>ppt_y</p:attrName>
                                        </p:attrNameLst>
                                      </p:cBhvr>
                                      <p:tavLst>
                                        <p:tav tm="0">
                                          <p:val>
                                            <p:strVal val="#ppt_y+.035"/>
                                          </p:val>
                                        </p:tav>
                                        <p:tav tm="100000">
                                          <p:val>
                                            <p:strVal val="#ppt_y"/>
                                          </p:val>
                                        </p:tav>
                                      </p:tavLst>
                                    </p:anim>
                                  </p:childTnLst>
                                </p:cTn>
                              </p:par>
                              <p:par>
                                <p:cTn id="70" presetID="42" presetClass="entr" presetSubtype="0" fill="hold" grpId="0" nodeType="withEffect">
                                  <p:stCondLst>
                                    <p:cond delay="69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50"/>
                                        <p:tgtEl>
                                          <p:spTgt spid="17"/>
                                        </p:tgtEl>
                                      </p:cBhvr>
                                    </p:animEffect>
                                    <p:anim calcmode="lin" valueType="num">
                                      <p:cBhvr>
                                        <p:cTn id="73" dur="550" decel="100000" fill="hold"/>
                                        <p:tgtEl>
                                          <p:spTgt spid="17"/>
                                        </p:tgtEl>
                                        <p:attrNameLst>
                                          <p:attrName>ppt_x</p:attrName>
                                        </p:attrNameLst>
                                      </p:cBhvr>
                                      <p:tavLst>
                                        <p:tav tm="0">
                                          <p:val>
                                            <p:strVal val="#ppt_x"/>
                                          </p:val>
                                        </p:tav>
                                        <p:tav tm="100000">
                                          <p:val>
                                            <p:strVal val="#ppt_x"/>
                                          </p:val>
                                        </p:tav>
                                      </p:tavLst>
                                    </p:anim>
                                    <p:anim calcmode="lin" valueType="num">
                                      <p:cBhvr>
                                        <p:cTn id="74" dur="550" decel="100000" fill="hold"/>
                                        <p:tgtEl>
                                          <p:spTgt spid="17"/>
                                        </p:tgtEl>
                                        <p:attrNameLst>
                                          <p:attrName>ppt_y</p:attrName>
                                        </p:attrNameLst>
                                      </p:cBhvr>
                                      <p:tavLst>
                                        <p:tav tm="0">
                                          <p:val>
                                            <p:strVal val="#ppt_y+.035"/>
                                          </p:val>
                                        </p:tav>
                                        <p:tav tm="100000">
                                          <p:val>
                                            <p:strVal val="#ppt_y"/>
                                          </p:val>
                                        </p:tav>
                                      </p:tavLst>
                                    </p:anim>
                                  </p:childTnLst>
                                </p:cTn>
                              </p:par>
                              <p:par>
                                <p:cTn id="75" presetID="42" presetClass="entr" presetSubtype="0" fill="hold" grpId="0" nodeType="withEffect">
                                  <p:stCondLst>
                                    <p:cond delay="91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50"/>
                                        <p:tgtEl>
                                          <p:spTgt spid="18"/>
                                        </p:tgtEl>
                                      </p:cBhvr>
                                    </p:animEffect>
                                    <p:anim calcmode="lin" valueType="num">
                                      <p:cBhvr>
                                        <p:cTn id="78" dur="550" decel="100000" fill="hold"/>
                                        <p:tgtEl>
                                          <p:spTgt spid="18"/>
                                        </p:tgtEl>
                                        <p:attrNameLst>
                                          <p:attrName>ppt_x</p:attrName>
                                        </p:attrNameLst>
                                      </p:cBhvr>
                                      <p:tavLst>
                                        <p:tav tm="0">
                                          <p:val>
                                            <p:strVal val="#ppt_x"/>
                                          </p:val>
                                        </p:tav>
                                        <p:tav tm="100000">
                                          <p:val>
                                            <p:strVal val="#ppt_x"/>
                                          </p:val>
                                        </p:tav>
                                      </p:tavLst>
                                    </p:anim>
                                    <p:anim calcmode="lin" valueType="num">
                                      <p:cBhvr>
                                        <p:cTn id="79" dur="550" decel="100000" fill="hold"/>
                                        <p:tgtEl>
                                          <p:spTgt spid="18"/>
                                        </p:tgtEl>
                                        <p:attrNameLst>
                                          <p:attrName>ppt_y</p:attrName>
                                        </p:attrNameLst>
                                      </p:cBhvr>
                                      <p:tavLst>
                                        <p:tav tm="0">
                                          <p:val>
                                            <p:strVal val="#ppt_y+.035"/>
                                          </p:val>
                                        </p:tav>
                                        <p:tav tm="100000">
                                          <p:val>
                                            <p:strVal val="#ppt_y"/>
                                          </p:val>
                                        </p:tav>
                                      </p:tavLst>
                                    </p:anim>
                                  </p:childTnLst>
                                </p:cTn>
                              </p:par>
                              <p:par>
                                <p:cTn id="80" presetID="42" presetClass="entr" presetSubtype="0" fill="hold" grpId="0" nodeType="withEffect">
                                  <p:stCondLst>
                                    <p:cond delay="91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50"/>
                                        <p:tgtEl>
                                          <p:spTgt spid="19"/>
                                        </p:tgtEl>
                                      </p:cBhvr>
                                    </p:animEffect>
                                    <p:anim calcmode="lin" valueType="num">
                                      <p:cBhvr>
                                        <p:cTn id="83" dur="550" decel="100000" fill="hold"/>
                                        <p:tgtEl>
                                          <p:spTgt spid="19"/>
                                        </p:tgtEl>
                                        <p:attrNameLst>
                                          <p:attrName>ppt_x</p:attrName>
                                        </p:attrNameLst>
                                      </p:cBhvr>
                                      <p:tavLst>
                                        <p:tav tm="0">
                                          <p:val>
                                            <p:strVal val="#ppt_x"/>
                                          </p:val>
                                        </p:tav>
                                        <p:tav tm="100000">
                                          <p:val>
                                            <p:strVal val="#ppt_x"/>
                                          </p:val>
                                        </p:tav>
                                      </p:tavLst>
                                    </p:anim>
                                    <p:anim calcmode="lin" valueType="num">
                                      <p:cBhvr>
                                        <p:cTn id="84" dur="550" decel="100000" fill="hold"/>
                                        <p:tgtEl>
                                          <p:spTgt spid="19"/>
                                        </p:tgtEl>
                                        <p:attrNameLst>
                                          <p:attrName>ppt_y</p:attrName>
                                        </p:attrNameLst>
                                      </p:cBhvr>
                                      <p:tavLst>
                                        <p:tav tm="0">
                                          <p:val>
                                            <p:strVal val="#ppt_y+.035"/>
                                          </p:val>
                                        </p:tav>
                                        <p:tav tm="100000">
                                          <p:val>
                                            <p:strVal val="#ppt_y"/>
                                          </p:val>
                                        </p:tav>
                                      </p:tavLst>
                                    </p:anim>
                                  </p:childTnLst>
                                </p:cTn>
                              </p:par>
                              <p:par>
                                <p:cTn id="85" presetID="42" presetClass="entr" presetSubtype="0" fill="hold" nodeType="withEffect">
                                  <p:stCondLst>
                                    <p:cond delay="91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50"/>
                                        <p:tgtEl>
                                          <p:spTgt spid="20"/>
                                        </p:tgtEl>
                                      </p:cBhvr>
                                    </p:animEffect>
                                    <p:anim calcmode="lin" valueType="num">
                                      <p:cBhvr>
                                        <p:cTn id="88" dur="550" decel="100000" fill="hold"/>
                                        <p:tgtEl>
                                          <p:spTgt spid="20"/>
                                        </p:tgtEl>
                                        <p:attrNameLst>
                                          <p:attrName>ppt_x</p:attrName>
                                        </p:attrNameLst>
                                      </p:cBhvr>
                                      <p:tavLst>
                                        <p:tav tm="0">
                                          <p:val>
                                            <p:strVal val="#ppt_x"/>
                                          </p:val>
                                        </p:tav>
                                        <p:tav tm="100000">
                                          <p:val>
                                            <p:strVal val="#ppt_x"/>
                                          </p:val>
                                        </p:tav>
                                      </p:tavLst>
                                    </p:anim>
                                    <p:anim calcmode="lin" valueType="num">
                                      <p:cBhvr>
                                        <p:cTn id="89" dur="550" decel="100000" fill="hold"/>
                                        <p:tgtEl>
                                          <p:spTgt spid="20"/>
                                        </p:tgtEl>
                                        <p:attrNameLst>
                                          <p:attrName>ppt_y</p:attrName>
                                        </p:attrNameLst>
                                      </p:cBhvr>
                                      <p:tavLst>
                                        <p:tav tm="0">
                                          <p:val>
                                            <p:strVal val="#ppt_y+.035"/>
                                          </p:val>
                                        </p:tav>
                                        <p:tav tm="100000">
                                          <p:val>
                                            <p:strVal val="#ppt_y"/>
                                          </p:val>
                                        </p:tav>
                                      </p:tavLst>
                                    </p:anim>
                                  </p:childTnLst>
                                </p:cTn>
                              </p:par>
                              <p:par>
                                <p:cTn id="90" presetID="42" presetClass="entr" presetSubtype="0" fill="hold" grpId="0" nodeType="withEffect">
                                  <p:stCondLst>
                                    <p:cond delay="91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50"/>
                                        <p:tgtEl>
                                          <p:spTgt spid="21"/>
                                        </p:tgtEl>
                                      </p:cBhvr>
                                    </p:animEffect>
                                    <p:anim calcmode="lin" valueType="num">
                                      <p:cBhvr>
                                        <p:cTn id="93" dur="550" decel="100000" fill="hold"/>
                                        <p:tgtEl>
                                          <p:spTgt spid="21"/>
                                        </p:tgtEl>
                                        <p:attrNameLst>
                                          <p:attrName>ppt_x</p:attrName>
                                        </p:attrNameLst>
                                      </p:cBhvr>
                                      <p:tavLst>
                                        <p:tav tm="0">
                                          <p:val>
                                            <p:strVal val="#ppt_x"/>
                                          </p:val>
                                        </p:tav>
                                        <p:tav tm="100000">
                                          <p:val>
                                            <p:strVal val="#ppt_x"/>
                                          </p:val>
                                        </p:tav>
                                      </p:tavLst>
                                    </p:anim>
                                    <p:anim calcmode="lin" valueType="num">
                                      <p:cBhvr>
                                        <p:cTn id="94" dur="550" decel="100000" fill="hold"/>
                                        <p:tgtEl>
                                          <p:spTgt spid="21"/>
                                        </p:tgtEl>
                                        <p:attrNameLst>
                                          <p:attrName>ppt_y</p:attrName>
                                        </p:attrNameLst>
                                      </p:cBhvr>
                                      <p:tavLst>
                                        <p:tav tm="0">
                                          <p:val>
                                            <p:strVal val="#ppt_y+.035"/>
                                          </p:val>
                                        </p:tav>
                                        <p:tav tm="100000">
                                          <p:val>
                                            <p:strVal val="#ppt_y"/>
                                          </p:val>
                                        </p:tav>
                                      </p:tavLst>
                                    </p:anim>
                                  </p:childTnLst>
                                </p:cTn>
                              </p:par>
                              <p:par>
                                <p:cTn id="95" presetID="42" presetClass="entr" presetSubtype="0" fill="hold" grpId="0" nodeType="withEffect">
                                  <p:stCondLst>
                                    <p:cond delay="91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50"/>
                                        <p:tgtEl>
                                          <p:spTgt spid="22"/>
                                        </p:tgtEl>
                                      </p:cBhvr>
                                    </p:animEffect>
                                    <p:anim calcmode="lin" valueType="num">
                                      <p:cBhvr>
                                        <p:cTn id="98" dur="550" decel="100000" fill="hold"/>
                                        <p:tgtEl>
                                          <p:spTgt spid="22"/>
                                        </p:tgtEl>
                                        <p:attrNameLst>
                                          <p:attrName>ppt_x</p:attrName>
                                        </p:attrNameLst>
                                      </p:cBhvr>
                                      <p:tavLst>
                                        <p:tav tm="0">
                                          <p:val>
                                            <p:strVal val="#ppt_x"/>
                                          </p:val>
                                        </p:tav>
                                        <p:tav tm="100000">
                                          <p:val>
                                            <p:strVal val="#ppt_x"/>
                                          </p:val>
                                        </p:tav>
                                      </p:tavLst>
                                    </p:anim>
                                    <p:anim calcmode="lin" valueType="num">
                                      <p:cBhvr>
                                        <p:cTn id="99" dur="550" decel="100000" fill="hold"/>
                                        <p:tgtEl>
                                          <p:spTgt spid="22"/>
                                        </p:tgtEl>
                                        <p:attrNameLst>
                                          <p:attrName>ppt_y</p:attrName>
                                        </p:attrNameLst>
                                      </p:cBhvr>
                                      <p:tavLst>
                                        <p:tav tm="0">
                                          <p:val>
                                            <p:strVal val="#ppt_y+.035"/>
                                          </p:val>
                                        </p:tav>
                                        <p:tav tm="100000">
                                          <p:val>
                                            <p:strVal val="#ppt_y"/>
                                          </p:val>
                                        </p:tav>
                                      </p:tavLst>
                                    </p:anim>
                                  </p:childTnLst>
                                </p:cTn>
                              </p:par>
                              <p:par>
                                <p:cTn id="100" presetID="42" presetClass="entr" presetSubtype="0" fill="hold" grpId="0" nodeType="withEffect">
                                  <p:stCondLst>
                                    <p:cond delay="113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50"/>
                                        <p:tgtEl>
                                          <p:spTgt spid="23"/>
                                        </p:tgtEl>
                                      </p:cBhvr>
                                    </p:animEffect>
                                    <p:anim calcmode="lin" valueType="num">
                                      <p:cBhvr>
                                        <p:cTn id="103" dur="550" decel="100000" fill="hold"/>
                                        <p:tgtEl>
                                          <p:spTgt spid="23"/>
                                        </p:tgtEl>
                                        <p:attrNameLst>
                                          <p:attrName>ppt_x</p:attrName>
                                        </p:attrNameLst>
                                      </p:cBhvr>
                                      <p:tavLst>
                                        <p:tav tm="0">
                                          <p:val>
                                            <p:strVal val="#ppt_x"/>
                                          </p:val>
                                        </p:tav>
                                        <p:tav tm="100000">
                                          <p:val>
                                            <p:strVal val="#ppt_x"/>
                                          </p:val>
                                        </p:tav>
                                      </p:tavLst>
                                    </p:anim>
                                    <p:anim calcmode="lin" valueType="num">
                                      <p:cBhvr>
                                        <p:cTn id="104" dur="550" decel="100000" fill="hold"/>
                                        <p:tgtEl>
                                          <p:spTgt spid="23"/>
                                        </p:tgtEl>
                                        <p:attrNameLst>
                                          <p:attrName>ppt_y</p:attrName>
                                        </p:attrNameLst>
                                      </p:cBhvr>
                                      <p:tavLst>
                                        <p:tav tm="0">
                                          <p:val>
                                            <p:strVal val="#ppt_y+.035"/>
                                          </p:val>
                                        </p:tav>
                                        <p:tav tm="100000">
                                          <p:val>
                                            <p:strVal val="#ppt_y"/>
                                          </p:val>
                                        </p:tav>
                                      </p:tavLst>
                                    </p:anim>
                                  </p:childTnLst>
                                </p:cTn>
                              </p:par>
                              <p:par>
                                <p:cTn id="105" presetID="42" presetClass="entr" presetSubtype="0" fill="hold" grpId="0" nodeType="withEffect">
                                  <p:stCondLst>
                                    <p:cond delay="113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50"/>
                                        <p:tgtEl>
                                          <p:spTgt spid="24"/>
                                        </p:tgtEl>
                                      </p:cBhvr>
                                    </p:animEffect>
                                    <p:anim calcmode="lin" valueType="num">
                                      <p:cBhvr>
                                        <p:cTn id="108" dur="550" decel="100000" fill="hold"/>
                                        <p:tgtEl>
                                          <p:spTgt spid="24"/>
                                        </p:tgtEl>
                                        <p:attrNameLst>
                                          <p:attrName>ppt_x</p:attrName>
                                        </p:attrNameLst>
                                      </p:cBhvr>
                                      <p:tavLst>
                                        <p:tav tm="0">
                                          <p:val>
                                            <p:strVal val="#ppt_x"/>
                                          </p:val>
                                        </p:tav>
                                        <p:tav tm="100000">
                                          <p:val>
                                            <p:strVal val="#ppt_x"/>
                                          </p:val>
                                        </p:tav>
                                      </p:tavLst>
                                    </p:anim>
                                    <p:anim calcmode="lin" valueType="num">
                                      <p:cBhvr>
                                        <p:cTn id="109" dur="550" decel="100000" fill="hold"/>
                                        <p:tgtEl>
                                          <p:spTgt spid="24"/>
                                        </p:tgtEl>
                                        <p:attrNameLst>
                                          <p:attrName>ppt_y</p:attrName>
                                        </p:attrNameLst>
                                      </p:cBhvr>
                                      <p:tavLst>
                                        <p:tav tm="0">
                                          <p:val>
                                            <p:strVal val="#ppt_y+.035"/>
                                          </p:val>
                                        </p:tav>
                                        <p:tav tm="100000">
                                          <p:val>
                                            <p:strVal val="#ppt_y"/>
                                          </p:val>
                                        </p:tav>
                                      </p:tavLst>
                                    </p:anim>
                                  </p:childTnLst>
                                </p:cTn>
                              </p:par>
                              <p:par>
                                <p:cTn id="110" presetID="42" presetClass="entr" presetSubtype="0" fill="hold" nodeType="withEffect">
                                  <p:stCondLst>
                                    <p:cond delay="113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50"/>
                                        <p:tgtEl>
                                          <p:spTgt spid="25"/>
                                        </p:tgtEl>
                                      </p:cBhvr>
                                    </p:animEffect>
                                    <p:anim calcmode="lin" valueType="num">
                                      <p:cBhvr>
                                        <p:cTn id="113" dur="550" decel="100000" fill="hold"/>
                                        <p:tgtEl>
                                          <p:spTgt spid="25"/>
                                        </p:tgtEl>
                                        <p:attrNameLst>
                                          <p:attrName>ppt_x</p:attrName>
                                        </p:attrNameLst>
                                      </p:cBhvr>
                                      <p:tavLst>
                                        <p:tav tm="0">
                                          <p:val>
                                            <p:strVal val="#ppt_x"/>
                                          </p:val>
                                        </p:tav>
                                        <p:tav tm="100000">
                                          <p:val>
                                            <p:strVal val="#ppt_x"/>
                                          </p:val>
                                        </p:tav>
                                      </p:tavLst>
                                    </p:anim>
                                    <p:anim calcmode="lin" valueType="num">
                                      <p:cBhvr>
                                        <p:cTn id="114" dur="550" decel="100000" fill="hold"/>
                                        <p:tgtEl>
                                          <p:spTgt spid="25"/>
                                        </p:tgtEl>
                                        <p:attrNameLst>
                                          <p:attrName>ppt_y</p:attrName>
                                        </p:attrNameLst>
                                      </p:cBhvr>
                                      <p:tavLst>
                                        <p:tav tm="0">
                                          <p:val>
                                            <p:strVal val="#ppt_y+.035"/>
                                          </p:val>
                                        </p:tav>
                                        <p:tav tm="100000">
                                          <p:val>
                                            <p:strVal val="#ppt_y"/>
                                          </p:val>
                                        </p:tav>
                                      </p:tavLst>
                                    </p:anim>
                                  </p:childTnLst>
                                </p:cTn>
                              </p:par>
                              <p:par>
                                <p:cTn id="115" presetID="42" presetClass="entr" presetSubtype="0" fill="hold" grpId="0" nodeType="withEffect">
                                  <p:stCondLst>
                                    <p:cond delay="113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50"/>
                                        <p:tgtEl>
                                          <p:spTgt spid="26"/>
                                        </p:tgtEl>
                                      </p:cBhvr>
                                    </p:animEffect>
                                    <p:anim calcmode="lin" valueType="num">
                                      <p:cBhvr>
                                        <p:cTn id="118" dur="550" decel="100000" fill="hold"/>
                                        <p:tgtEl>
                                          <p:spTgt spid="26"/>
                                        </p:tgtEl>
                                        <p:attrNameLst>
                                          <p:attrName>ppt_x</p:attrName>
                                        </p:attrNameLst>
                                      </p:cBhvr>
                                      <p:tavLst>
                                        <p:tav tm="0">
                                          <p:val>
                                            <p:strVal val="#ppt_x"/>
                                          </p:val>
                                        </p:tav>
                                        <p:tav tm="100000">
                                          <p:val>
                                            <p:strVal val="#ppt_x"/>
                                          </p:val>
                                        </p:tav>
                                      </p:tavLst>
                                    </p:anim>
                                    <p:anim calcmode="lin" valueType="num">
                                      <p:cBhvr>
                                        <p:cTn id="119" dur="550" decel="100000" fill="hold"/>
                                        <p:tgtEl>
                                          <p:spTgt spid="26"/>
                                        </p:tgtEl>
                                        <p:attrNameLst>
                                          <p:attrName>ppt_y</p:attrName>
                                        </p:attrNameLst>
                                      </p:cBhvr>
                                      <p:tavLst>
                                        <p:tav tm="0">
                                          <p:val>
                                            <p:strVal val="#ppt_y+.035"/>
                                          </p:val>
                                        </p:tav>
                                        <p:tav tm="100000">
                                          <p:val>
                                            <p:strVal val="#ppt_y"/>
                                          </p:val>
                                        </p:tav>
                                      </p:tavLst>
                                    </p:anim>
                                  </p:childTnLst>
                                </p:cTn>
                              </p:par>
                              <p:par>
                                <p:cTn id="120" presetID="42" presetClass="entr" presetSubtype="0" fill="hold" grpId="0" nodeType="withEffect">
                                  <p:stCondLst>
                                    <p:cond delay="113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50"/>
                                        <p:tgtEl>
                                          <p:spTgt spid="27"/>
                                        </p:tgtEl>
                                      </p:cBhvr>
                                    </p:animEffect>
                                    <p:anim calcmode="lin" valueType="num">
                                      <p:cBhvr>
                                        <p:cTn id="123" dur="550" decel="100000" fill="hold"/>
                                        <p:tgtEl>
                                          <p:spTgt spid="27"/>
                                        </p:tgtEl>
                                        <p:attrNameLst>
                                          <p:attrName>ppt_x</p:attrName>
                                        </p:attrNameLst>
                                      </p:cBhvr>
                                      <p:tavLst>
                                        <p:tav tm="0">
                                          <p:val>
                                            <p:strVal val="#ppt_x"/>
                                          </p:val>
                                        </p:tav>
                                        <p:tav tm="100000">
                                          <p:val>
                                            <p:strVal val="#ppt_x"/>
                                          </p:val>
                                        </p:tav>
                                      </p:tavLst>
                                    </p:anim>
                                    <p:anim calcmode="lin" valueType="num">
                                      <p:cBhvr>
                                        <p:cTn id="124" dur="550" decel="100000" fill="hold"/>
                                        <p:tgtEl>
                                          <p:spTgt spid="27"/>
                                        </p:tgtEl>
                                        <p:attrNameLst>
                                          <p:attrName>ppt_y</p:attrName>
                                        </p:attrNameLst>
                                      </p:cBhvr>
                                      <p:tavLst>
                                        <p:tav tm="0">
                                          <p:val>
                                            <p:strVal val="#ppt_y+.035"/>
                                          </p:val>
                                        </p:tav>
                                        <p:tav tm="100000">
                                          <p:val>
                                            <p:strVal val="#ppt_y"/>
                                          </p:val>
                                        </p:tav>
                                      </p:tavLst>
                                    </p:anim>
                                  </p:childTnLst>
                                </p:cTn>
                              </p:par>
                              <p:par>
                                <p:cTn id="125" presetID="42" presetClass="entr" presetSubtype="0" fill="hold" grpId="0" nodeType="withEffect">
                                  <p:stCondLst>
                                    <p:cond delay="135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50"/>
                                        <p:tgtEl>
                                          <p:spTgt spid="28"/>
                                        </p:tgtEl>
                                      </p:cBhvr>
                                    </p:animEffect>
                                    <p:anim calcmode="lin" valueType="num">
                                      <p:cBhvr>
                                        <p:cTn id="128" dur="550" decel="100000" fill="hold"/>
                                        <p:tgtEl>
                                          <p:spTgt spid="28"/>
                                        </p:tgtEl>
                                        <p:attrNameLst>
                                          <p:attrName>ppt_x</p:attrName>
                                        </p:attrNameLst>
                                      </p:cBhvr>
                                      <p:tavLst>
                                        <p:tav tm="0">
                                          <p:val>
                                            <p:strVal val="#ppt_x"/>
                                          </p:val>
                                        </p:tav>
                                        <p:tav tm="100000">
                                          <p:val>
                                            <p:strVal val="#ppt_x"/>
                                          </p:val>
                                        </p:tav>
                                      </p:tavLst>
                                    </p:anim>
                                    <p:anim calcmode="lin" valueType="num">
                                      <p:cBhvr>
                                        <p:cTn id="129" dur="550" decel="100000" fill="hold"/>
                                        <p:tgtEl>
                                          <p:spTgt spid="28"/>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rb"/>
          <p:cNvSpPr/>
          <p:nvPr/>
        </p:nvSpPr>
        <p:spPr>
          <a:xfrm>
            <a:off x="8229600" y="914400"/>
            <a:ext cx="4389120" cy="4389120"/>
          </a:xfrm>
          <a:prstGeom prst="ellipse">
            <a:avLst/>
          </a:prstGeom>
          <a:solidFill>
            <a:srgbClr val="6366F1">
              <a:alpha val="38000"/>
            </a:srgbClr>
          </a:solidFill>
          <a:ln w="12700">
            <a:solidFill>
              <a:srgbClr val="6366F1"/>
            </a:solidFill>
            <a:prstDash val="solid"/>
          </a:ln>
          <a:effectLst>
            <a:softEdge rad="1700000"/>
          </a:effectLst>
        </p:spPr>
      </p:sp>
      <p:sp>
        <p:nvSpPr>
          <p:cNvPr id="3" name="s13 Text 1"/>
          <p:cNvSpPr/>
          <p:nvPr>
            <p:ph idx="101" type="title" hasCustomPrompt="1"/>
          </p:nvPr>
        </p:nvSpPr>
        <p:spPr>
          <a:xfrm>
            <a:off x="640080" y="457200"/>
            <a:ext cx="10908792" cy="777240"/>
          </a:xfrm>
          <a:prstGeom prst="rect">
            <a:avLst/>
          </a:prstGeom>
          <a:noFill/>
          <a:ln/>
        </p:spPr>
        <p:txBody>
          <a:bodyPr wrap="square" lIns="0" tIns="0" rIns="0" bIns="0" rtlCol="0" anchor="ctr"/>
          <a:lstStyle/>
          <a:p>
            <a:pPr algn="l" indent="0" marL="0">
              <a:buNone/>
            </a:pPr>
            <a:r>
              <a:rPr lang="en-US" sz="2600" dirty="0">
                <a:solidFill>
                  <a:srgbClr val="F1F5F9"/>
                </a:solidFill>
                <a:latin typeface="Arial Black" pitchFamily="34" charset="0"/>
                <a:ea typeface="Arial Black" pitchFamily="34" charset="-122"/>
                <a:cs typeface="Arial Black" pitchFamily="34" charset="-120"/>
              </a:rPr>
              <a:t>Live on the internet</a:t>
            </a:r>
            <a:endParaRPr lang="en-US" sz="2600" dirty="0"/>
          </a:p>
        </p:txBody>
      </p:sp>
      <p:sp>
        <p:nvSpPr>
          <p:cNvPr id="4" name="anim-1-322"/>
          <p:cNvSpPr/>
          <p:nvPr/>
        </p:nvSpPr>
        <p:spPr>
          <a:xfrm>
            <a:off x="640080" y="1645920"/>
            <a:ext cx="1965960" cy="1874520"/>
          </a:xfrm>
          <a:prstGeom prst="roundRect">
            <a:avLst>
              <a:gd name="adj" fmla="val 6829"/>
            </a:avLst>
          </a:prstGeom>
          <a:solidFill>
            <a:srgbClr val="14142B"/>
          </a:solidFill>
          <a:ln w="9525">
            <a:solidFill>
              <a:srgbClr val="34345E"/>
            </a:solidFill>
            <a:prstDash val="solid"/>
          </a:ln>
        </p:spPr>
      </p:sp>
      <p:sp>
        <p:nvSpPr>
          <p:cNvPr id="5" name="anim-1-323"/>
          <p:cNvSpPr/>
          <p:nvPr/>
        </p:nvSpPr>
        <p:spPr>
          <a:xfrm>
            <a:off x="1280160" y="1828800"/>
            <a:ext cx="685800" cy="685800"/>
          </a:xfrm>
          <a:prstGeom prst="ellipse">
            <a:avLst/>
          </a:prstGeom>
          <a:solidFill>
            <a:srgbClr val="F1F5F9">
              <a:alpha val="22000"/>
            </a:srgbClr>
          </a:solidFill>
          <a:ln w="12700">
            <a:solidFill>
              <a:srgbClr val="F1F5F9"/>
            </a:solidFill>
            <a:prstDash val="solid"/>
          </a:ln>
        </p:spPr>
      </p:sp>
      <p:pic>
        <p:nvPicPr>
          <p:cNvPr id="6" name="anim-1-324" descr="preencoded.png">    </p:cNvPr>
          <p:cNvPicPr>
            <a:picLocks noChangeAspect="1"/>
          </p:cNvPicPr>
          <p:nvPr/>
        </p:nvPicPr>
        <p:blipFill>
          <a:blip r:embed="rId1"/>
          <a:stretch>
            <a:fillRect/>
          </a:stretch>
        </p:blipFill>
        <p:spPr>
          <a:xfrm>
            <a:off x="1451610" y="2000250"/>
            <a:ext cx="342900" cy="342900"/>
          </a:xfrm>
          <a:prstGeom prst="rect">
            <a:avLst/>
          </a:prstGeom>
        </p:spPr>
      </p:pic>
      <p:sp>
        <p:nvSpPr>
          <p:cNvPr id="7" name="anim-1-325"/>
          <p:cNvSpPr txBox="1"/>
          <p:nvPr/>
        </p:nvSpPr>
        <p:spPr>
          <a:xfrm>
            <a:off x="640080" y="2697480"/>
            <a:ext cx="1965960" cy="365760"/>
          </a:xfrm>
          <a:prstGeom prst="rect">
            <a:avLst/>
          </a:prstGeom>
          <a:noFill/>
          <a:ln/>
        </p:spPr>
        <p:txBody>
          <a:bodyPr wrap="square" lIns="0" tIns="0" rIns="0" bIns="0" rtlCol="0" anchor="t"/>
          <a:lstStyle/>
          <a:p>
            <a:pPr algn="ctr" indent="0" marL="0">
              <a:buNone/>
            </a:pPr>
            <a:r>
              <a:rPr lang="en-US" sz="1900" b="1" dirty="0">
                <a:solidFill>
                  <a:srgbClr val="F1F5F9"/>
                </a:solidFill>
                <a:latin typeface="Calibri" pitchFamily="34" charset="0"/>
                <a:ea typeface="Calibri" pitchFamily="34" charset="-122"/>
                <a:cs typeface="Calibri" pitchFamily="34" charset="-120"/>
              </a:rPr>
              <a:t>GitHub</a:t>
            </a:r>
            <a:endParaRPr lang="en-US" sz="1900" dirty="0"/>
          </a:p>
        </p:txBody>
      </p:sp>
      <p:sp>
        <p:nvSpPr>
          <p:cNvPr id="8" name="anim-1-326"/>
          <p:cNvSpPr txBox="1"/>
          <p:nvPr/>
        </p:nvSpPr>
        <p:spPr>
          <a:xfrm>
            <a:off x="640080" y="3063240"/>
            <a:ext cx="1965960" cy="320040"/>
          </a:xfrm>
          <a:prstGeom prst="rect">
            <a:avLst/>
          </a:prstGeom>
          <a:noFill/>
          <a:ln/>
        </p:spPr>
        <p:txBody>
          <a:bodyPr wrap="square" lIns="0" tIns="0" rIns="0" bIns="0" rtlCol="0" anchor="t"/>
          <a:lstStyle/>
          <a:p>
            <a:pPr algn="ctr" indent="0" marL="0">
              <a:buNone/>
            </a:pPr>
            <a:r>
              <a:rPr lang="en-US" sz="1400" dirty="0">
                <a:solidFill>
                  <a:srgbClr val="A3AED0"/>
                </a:solidFill>
                <a:latin typeface="Calibri" pitchFamily="34" charset="0"/>
                <a:ea typeface="Calibri" pitchFamily="34" charset="-122"/>
                <a:cs typeface="Calibri" pitchFamily="34" charset="-120"/>
              </a:rPr>
              <a:t>source code</a:t>
            </a:r>
            <a:endParaRPr lang="en-US" sz="1400" dirty="0"/>
          </a:p>
        </p:txBody>
      </p:sp>
      <p:sp>
        <p:nvSpPr>
          <p:cNvPr id="9" name="anim-1-327"/>
          <p:cNvSpPr/>
          <p:nvPr/>
        </p:nvSpPr>
        <p:spPr>
          <a:xfrm>
            <a:off x="2633472" y="2542032"/>
            <a:ext cx="310896" cy="256032"/>
          </a:xfrm>
          <a:prstGeom prst="rightArrow">
            <a:avLst/>
          </a:prstGeom>
          <a:solidFill>
            <a:srgbClr val="A5B4FC"/>
          </a:solidFill>
          <a:ln w="12700">
            <a:solidFill>
              <a:srgbClr val="A5B4FC"/>
            </a:solidFill>
            <a:prstDash val="solid"/>
          </a:ln>
        </p:spPr>
      </p:sp>
      <p:sp>
        <p:nvSpPr>
          <p:cNvPr id="10" name="anim-2-328"/>
          <p:cNvSpPr/>
          <p:nvPr/>
        </p:nvSpPr>
        <p:spPr>
          <a:xfrm>
            <a:off x="2971800" y="1645920"/>
            <a:ext cx="1965960" cy="1874520"/>
          </a:xfrm>
          <a:prstGeom prst="roundRect">
            <a:avLst>
              <a:gd name="adj" fmla="val 6829"/>
            </a:avLst>
          </a:prstGeom>
          <a:solidFill>
            <a:srgbClr val="14142B"/>
          </a:solidFill>
          <a:ln w="9525">
            <a:solidFill>
              <a:srgbClr val="34345E"/>
            </a:solidFill>
            <a:prstDash val="solid"/>
          </a:ln>
        </p:spPr>
      </p:sp>
      <p:sp>
        <p:nvSpPr>
          <p:cNvPr id="11" name="anim-2-329"/>
          <p:cNvSpPr/>
          <p:nvPr/>
        </p:nvSpPr>
        <p:spPr>
          <a:xfrm>
            <a:off x="3611880" y="1828800"/>
            <a:ext cx="685800" cy="685800"/>
          </a:xfrm>
          <a:prstGeom prst="ellipse">
            <a:avLst/>
          </a:prstGeom>
          <a:solidFill>
            <a:srgbClr val="A5B4FC">
              <a:alpha val="22000"/>
            </a:srgbClr>
          </a:solidFill>
          <a:ln w="12700">
            <a:solidFill>
              <a:srgbClr val="A5B4FC"/>
            </a:solidFill>
            <a:prstDash val="solid"/>
          </a:ln>
        </p:spPr>
      </p:sp>
      <p:pic>
        <p:nvPicPr>
          <p:cNvPr id="12" name="anim-2-330" descr="preencoded.png">    </p:cNvPr>
          <p:cNvPicPr>
            <a:picLocks noChangeAspect="1"/>
          </p:cNvPicPr>
          <p:nvPr/>
        </p:nvPicPr>
        <p:blipFill>
          <a:blip r:embed="rId2"/>
          <a:stretch>
            <a:fillRect/>
          </a:stretch>
        </p:blipFill>
        <p:spPr>
          <a:xfrm>
            <a:off x="3783330" y="2000250"/>
            <a:ext cx="342900" cy="342900"/>
          </a:xfrm>
          <a:prstGeom prst="rect">
            <a:avLst/>
          </a:prstGeom>
        </p:spPr>
      </p:pic>
      <p:sp>
        <p:nvSpPr>
          <p:cNvPr id="13" name="anim-2-331"/>
          <p:cNvSpPr txBox="1"/>
          <p:nvPr/>
        </p:nvSpPr>
        <p:spPr>
          <a:xfrm>
            <a:off x="2971800" y="2697480"/>
            <a:ext cx="1965960" cy="365760"/>
          </a:xfrm>
          <a:prstGeom prst="rect">
            <a:avLst/>
          </a:prstGeom>
          <a:noFill/>
          <a:ln/>
        </p:spPr>
        <p:txBody>
          <a:bodyPr wrap="square" lIns="0" tIns="0" rIns="0" bIns="0" rtlCol="0" anchor="t"/>
          <a:lstStyle/>
          <a:p>
            <a:pPr algn="ctr" indent="0" marL="0">
              <a:buNone/>
            </a:pPr>
            <a:r>
              <a:rPr lang="en-US" sz="1900" b="1" dirty="0">
                <a:solidFill>
                  <a:srgbClr val="F1F5F9"/>
                </a:solidFill>
                <a:latin typeface="Calibri" pitchFamily="34" charset="0"/>
                <a:ea typeface="Calibri" pitchFamily="34" charset="-122"/>
                <a:cs typeface="Calibri" pitchFamily="34" charset="-120"/>
              </a:rPr>
              <a:t>Vercel</a:t>
            </a:r>
            <a:endParaRPr lang="en-US" sz="1900" dirty="0"/>
          </a:p>
        </p:txBody>
      </p:sp>
      <p:sp>
        <p:nvSpPr>
          <p:cNvPr id="14" name="anim-2-332"/>
          <p:cNvSpPr txBox="1"/>
          <p:nvPr/>
        </p:nvSpPr>
        <p:spPr>
          <a:xfrm>
            <a:off x="2971800" y="3063240"/>
            <a:ext cx="1965960" cy="320040"/>
          </a:xfrm>
          <a:prstGeom prst="rect">
            <a:avLst/>
          </a:prstGeom>
          <a:noFill/>
          <a:ln/>
        </p:spPr>
        <p:txBody>
          <a:bodyPr wrap="square" lIns="0" tIns="0" rIns="0" bIns="0" rtlCol="0" anchor="t"/>
          <a:lstStyle/>
          <a:p>
            <a:pPr algn="ctr" indent="0" marL="0">
              <a:buNone/>
            </a:pPr>
            <a:r>
              <a:rPr lang="en-US" sz="1400" dirty="0">
                <a:solidFill>
                  <a:srgbClr val="A3AED0"/>
                </a:solidFill>
                <a:latin typeface="Calibri" pitchFamily="34" charset="0"/>
                <a:ea typeface="Calibri" pitchFamily="34" charset="-122"/>
                <a:cs typeface="Calibri" pitchFamily="34" charset="-120"/>
              </a:rPr>
              <a:t>build and host</a:t>
            </a:r>
            <a:endParaRPr lang="en-US" sz="1400" dirty="0"/>
          </a:p>
        </p:txBody>
      </p:sp>
      <p:sp>
        <p:nvSpPr>
          <p:cNvPr id="15" name="anim-2-333"/>
          <p:cNvSpPr/>
          <p:nvPr/>
        </p:nvSpPr>
        <p:spPr>
          <a:xfrm>
            <a:off x="4965192" y="2542032"/>
            <a:ext cx="310896" cy="256032"/>
          </a:xfrm>
          <a:prstGeom prst="rightArrow">
            <a:avLst/>
          </a:prstGeom>
          <a:solidFill>
            <a:srgbClr val="A5B4FC"/>
          </a:solidFill>
          <a:ln w="12700">
            <a:solidFill>
              <a:srgbClr val="A5B4FC"/>
            </a:solidFill>
            <a:prstDash val="solid"/>
          </a:ln>
        </p:spPr>
      </p:sp>
      <p:sp>
        <p:nvSpPr>
          <p:cNvPr id="16" name="anim-3-334"/>
          <p:cNvSpPr/>
          <p:nvPr/>
        </p:nvSpPr>
        <p:spPr>
          <a:xfrm>
            <a:off x="5303520" y="1645920"/>
            <a:ext cx="1965960" cy="1874520"/>
          </a:xfrm>
          <a:prstGeom prst="roundRect">
            <a:avLst>
              <a:gd name="adj" fmla="val 6829"/>
            </a:avLst>
          </a:prstGeom>
          <a:solidFill>
            <a:srgbClr val="14142B"/>
          </a:solidFill>
          <a:ln w="9525">
            <a:solidFill>
              <a:srgbClr val="34345E"/>
            </a:solidFill>
            <a:prstDash val="solid"/>
          </a:ln>
        </p:spPr>
      </p:sp>
      <p:sp>
        <p:nvSpPr>
          <p:cNvPr id="17" name="anim-3-335"/>
          <p:cNvSpPr/>
          <p:nvPr/>
        </p:nvSpPr>
        <p:spPr>
          <a:xfrm>
            <a:off x="5943600" y="1828800"/>
            <a:ext cx="685800" cy="685800"/>
          </a:xfrm>
          <a:prstGeom prst="ellipse">
            <a:avLst/>
          </a:prstGeom>
          <a:solidFill>
            <a:srgbClr val="4ADE80">
              <a:alpha val="22000"/>
            </a:srgbClr>
          </a:solidFill>
          <a:ln w="12700">
            <a:solidFill>
              <a:srgbClr val="4ADE80"/>
            </a:solidFill>
            <a:prstDash val="solid"/>
          </a:ln>
        </p:spPr>
      </p:sp>
      <p:pic>
        <p:nvPicPr>
          <p:cNvPr id="18" name="anim-3-336" descr="preencoded.png">    </p:cNvPr>
          <p:cNvPicPr>
            <a:picLocks noChangeAspect="1"/>
          </p:cNvPicPr>
          <p:nvPr/>
        </p:nvPicPr>
        <p:blipFill>
          <a:blip r:embed="rId3"/>
          <a:stretch>
            <a:fillRect/>
          </a:stretch>
        </p:blipFill>
        <p:spPr>
          <a:xfrm>
            <a:off x="6115050" y="2000250"/>
            <a:ext cx="342900" cy="342900"/>
          </a:xfrm>
          <a:prstGeom prst="rect">
            <a:avLst/>
          </a:prstGeom>
        </p:spPr>
      </p:pic>
      <p:sp>
        <p:nvSpPr>
          <p:cNvPr id="19" name="anim-3-337"/>
          <p:cNvSpPr txBox="1"/>
          <p:nvPr/>
        </p:nvSpPr>
        <p:spPr>
          <a:xfrm>
            <a:off x="5303520" y="2697480"/>
            <a:ext cx="1965960" cy="365760"/>
          </a:xfrm>
          <a:prstGeom prst="rect">
            <a:avLst/>
          </a:prstGeom>
          <a:noFill/>
          <a:ln/>
        </p:spPr>
        <p:txBody>
          <a:bodyPr wrap="square" lIns="0" tIns="0" rIns="0" bIns="0" rtlCol="0" anchor="t"/>
          <a:lstStyle/>
          <a:p>
            <a:pPr algn="ctr" indent="0" marL="0">
              <a:buNone/>
            </a:pPr>
            <a:r>
              <a:rPr lang="en-US" sz="1900" b="1" dirty="0">
                <a:solidFill>
                  <a:srgbClr val="F1F5F9"/>
                </a:solidFill>
                <a:latin typeface="Calibri" pitchFamily="34" charset="0"/>
                <a:ea typeface="Calibri" pitchFamily="34" charset="-122"/>
                <a:cs typeface="Calibri" pitchFamily="34" charset="-120"/>
              </a:rPr>
              <a:t>Supabase</a:t>
            </a:r>
            <a:endParaRPr lang="en-US" sz="1900" dirty="0"/>
          </a:p>
        </p:txBody>
      </p:sp>
      <p:sp>
        <p:nvSpPr>
          <p:cNvPr id="20" name="anim-3-338"/>
          <p:cNvSpPr txBox="1"/>
          <p:nvPr/>
        </p:nvSpPr>
        <p:spPr>
          <a:xfrm>
            <a:off x="5303520" y="3063240"/>
            <a:ext cx="1965960" cy="320040"/>
          </a:xfrm>
          <a:prstGeom prst="rect">
            <a:avLst/>
          </a:prstGeom>
          <a:noFill/>
          <a:ln/>
        </p:spPr>
        <p:txBody>
          <a:bodyPr wrap="square" lIns="0" tIns="0" rIns="0" bIns="0" rtlCol="0" anchor="t"/>
          <a:lstStyle/>
          <a:p>
            <a:pPr algn="ctr" indent="0" marL="0">
              <a:buNone/>
            </a:pPr>
            <a:r>
              <a:rPr lang="en-US" sz="1400" dirty="0">
                <a:solidFill>
                  <a:srgbClr val="A3AED0"/>
                </a:solidFill>
                <a:latin typeface="Calibri" pitchFamily="34" charset="0"/>
                <a:ea typeface="Calibri" pitchFamily="34" charset="-122"/>
                <a:cs typeface="Calibri" pitchFamily="34" charset="-120"/>
              </a:rPr>
              <a:t>PostgreSQL data</a:t>
            </a:r>
            <a:endParaRPr lang="en-US" sz="1400" dirty="0"/>
          </a:p>
        </p:txBody>
      </p:sp>
      <p:sp>
        <p:nvSpPr>
          <p:cNvPr id="21" name="anim-4-339"/>
          <p:cNvSpPr txBox="1"/>
          <p:nvPr/>
        </p:nvSpPr>
        <p:spPr>
          <a:xfrm>
            <a:off x="640080" y="3931920"/>
            <a:ext cx="6949440" cy="21031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F1F5F9"/>
                </a:solidFill>
                <a:latin typeface="Calibri" pitchFamily="34" charset="0"/>
                <a:ea typeface="Calibri" pitchFamily="34" charset="-122"/>
                <a:cs typeface="Calibri" pitchFamily="34" charset="-120"/>
              </a:rPr>
              <a:t>Every push to the main branch deploys by itself.</a:t>
            </a:r>
            <a:endParaRPr lang="en-US" sz="1700" dirty="0"/>
          </a:p>
          <a:p>
            <a:pPr marL="342900" indent="-342900">
              <a:spcAft>
                <a:spcPts val="800"/>
              </a:spcAft>
              <a:buSzPct val="100000"/>
              <a:buChar char="•"/>
            </a:pPr>
            <a:r>
              <a:rPr lang="en-US" sz="1700" dirty="0">
                <a:solidFill>
                  <a:srgbClr val="F1F5F9"/>
                </a:solidFill>
                <a:latin typeface="Calibri" pitchFamily="34" charset="0"/>
                <a:ea typeface="Calibri" pitchFamily="34" charset="-122"/>
                <a:cs typeface="Calibri" pitchFamily="34" charset="-120"/>
              </a:rPr>
              <a:t>Database changes are applied during the build.</a:t>
            </a:r>
            <a:endParaRPr lang="en-US" sz="1700" dirty="0"/>
          </a:p>
          <a:p>
            <a:pPr marL="342900" indent="-342900">
              <a:spcAft>
                <a:spcPts val="800"/>
              </a:spcAft>
              <a:buSzPct val="100000"/>
              <a:buChar char="•"/>
            </a:pPr>
            <a:r>
              <a:rPr lang="en-US" sz="1700" dirty="0">
                <a:solidFill>
                  <a:srgbClr val="F1F5F9"/>
                </a:solidFill>
                <a:latin typeface="Calibri" pitchFamily="34" charset="0"/>
                <a:ea typeface="Calibri" pitchFamily="34" charset="-122"/>
                <a:cs typeface="Calibri" pitchFamily="34" charset="-120"/>
              </a:rPr>
              <a:t>Data lives in Supabase PostgreSQL, in the Mumbai region.</a:t>
            </a:r>
            <a:endParaRPr lang="en-US" sz="1700" dirty="0"/>
          </a:p>
          <a:p>
            <a:pPr marL="342900" indent="-342900">
              <a:spcAft>
                <a:spcPts val="800"/>
              </a:spcAft>
              <a:buSzPct val="100000"/>
              <a:buChar char="•"/>
            </a:pPr>
            <a:r>
              <a:rPr lang="en-US" sz="1700" dirty="0">
                <a:solidFill>
                  <a:srgbClr val="F1F5F9"/>
                </a:solidFill>
                <a:latin typeface="Calibri" pitchFamily="34" charset="0"/>
                <a:ea typeface="Calibri" pitchFamily="34" charset="-122"/>
                <a:cs typeface="Calibri" pitchFamily="34" charset="-120"/>
              </a:rPr>
              <a:t>Accounts are per site: the live site and a local copy have separate users.</a:t>
            </a:r>
            <a:endParaRPr lang="en-US" sz="1700" dirty="0"/>
          </a:p>
        </p:txBody>
      </p:sp>
      <p:sp>
        <p:nvSpPr>
          <p:cNvPr id="22" name="anim-5-340"/>
          <p:cNvSpPr/>
          <p:nvPr/>
        </p:nvSpPr>
        <p:spPr>
          <a:xfrm>
            <a:off x="8092440" y="1645920"/>
            <a:ext cx="3474720" cy="4343400"/>
          </a:xfrm>
          <a:prstGeom prst="roundRect">
            <a:avLst>
              <a:gd name="adj" fmla="val 3684"/>
            </a:avLst>
          </a:prstGeom>
          <a:solidFill>
            <a:srgbClr val="14142B"/>
          </a:solidFill>
          <a:ln w="9525">
            <a:solidFill>
              <a:srgbClr val="34345E"/>
            </a:solidFill>
            <a:prstDash val="solid"/>
          </a:ln>
        </p:spPr>
      </p:sp>
      <p:sp>
        <p:nvSpPr>
          <p:cNvPr id="23" name="anim-5-341"/>
          <p:cNvSpPr/>
          <p:nvPr/>
        </p:nvSpPr>
        <p:spPr>
          <a:xfrm>
            <a:off x="8412480" y="1874520"/>
            <a:ext cx="2834640" cy="2834640"/>
          </a:xfrm>
          <a:prstGeom prst="roundRect">
            <a:avLst>
              <a:gd name="adj" fmla="val 3871"/>
            </a:avLst>
          </a:prstGeom>
          <a:solidFill>
            <a:srgbClr val="FFFFFF"/>
          </a:solidFill>
          <a:ln w="12700">
            <a:solidFill>
              <a:srgbClr val="FFFFFF"/>
            </a:solidFill>
            <a:prstDash val="solid"/>
          </a:ln>
        </p:spPr>
      </p:sp>
      <p:pic>
        <p:nvPicPr>
          <p:cNvPr id="24" name="anim-5-342" descr="QR code that opens the live site">    </p:cNvPr>
          <p:cNvPicPr>
            <a:picLocks noChangeAspect="1"/>
          </p:cNvPicPr>
          <p:nvPr/>
        </p:nvPicPr>
        <p:blipFill>
          <a:blip r:embed="rId4"/>
          <a:stretch>
            <a:fillRect/>
          </a:stretch>
        </p:blipFill>
        <p:spPr>
          <a:xfrm>
            <a:off x="8503920" y="1965960"/>
            <a:ext cx="2651760" cy="2651760"/>
          </a:xfrm>
          <a:prstGeom prst="rect">
            <a:avLst/>
          </a:prstGeom>
        </p:spPr>
      </p:pic>
      <p:sp>
        <p:nvSpPr>
          <p:cNvPr id="25" name="anim-5-343"/>
          <p:cNvSpPr txBox="1"/>
          <p:nvPr/>
        </p:nvSpPr>
        <p:spPr>
          <a:xfrm>
            <a:off x="8092440" y="4846320"/>
            <a:ext cx="3474720" cy="365760"/>
          </a:xfrm>
          <a:prstGeom prst="rect">
            <a:avLst/>
          </a:prstGeom>
          <a:noFill/>
          <a:ln/>
        </p:spPr>
        <p:txBody>
          <a:bodyPr wrap="square" lIns="0" tIns="0" rIns="0" bIns="0" rtlCol="0" anchor="t"/>
          <a:lstStyle/>
          <a:p>
            <a:pPr algn="ctr" indent="0" marL="0">
              <a:buNone/>
            </a:pPr>
            <a:r>
              <a:rPr lang="en-US" sz="1800" b="1" dirty="0">
                <a:solidFill>
                  <a:srgbClr val="F1F5F9"/>
                </a:solidFill>
                <a:latin typeface="Calibri" pitchFamily="34" charset="0"/>
                <a:ea typeface="Calibri" pitchFamily="34" charset="-122"/>
                <a:cs typeface="Calibri" pitchFamily="34" charset="-120"/>
              </a:rPr>
              <a:t>Scan to try it live</a:t>
            </a:r>
            <a:endParaRPr lang="en-US" sz="1800" dirty="0"/>
          </a:p>
        </p:txBody>
      </p:sp>
      <p:sp>
        <p:nvSpPr>
          <p:cNvPr id="26" name="anim-5-344"/>
          <p:cNvSpPr txBox="1"/>
          <p:nvPr/>
        </p:nvSpPr>
        <p:spPr>
          <a:xfrm>
            <a:off x="8092440" y="5257800"/>
            <a:ext cx="3474720" cy="320040"/>
          </a:xfrm>
          <a:prstGeom prst="rect">
            <a:avLst/>
          </a:prstGeom>
          <a:noFill/>
          <a:ln/>
        </p:spPr>
        <p:txBody>
          <a:bodyPr wrap="square" lIns="0" tIns="0" rIns="0" bIns="0" rtlCol="0" anchor="t"/>
          <a:lstStyle/>
          <a:p>
            <a:pPr algn="ctr" indent="0" marL="0">
              <a:buNone/>
            </a:pPr>
            <a:r>
              <a:rPr lang="en-US" sz="1300" dirty="0">
                <a:solidFill>
                  <a:srgbClr val="A5B4FC"/>
                </a:solidFill>
                <a:latin typeface="Calibri" pitchFamily="34" charset="0"/>
                <a:ea typeface="Calibri" pitchFamily="34" charset="-122"/>
                <a:cs typeface="Calibri" pitchFamily="34" charset="-120"/>
              </a:rPr>
              <a:t>campus-event-hub-lake.vercel.app</a:t>
            </a:r>
            <a:endParaRPr lang="en-US" sz="1300" dirty="0"/>
          </a:p>
        </p:txBody>
      </p:sp>
      <p:sp>
        <p:nvSpPr>
          <p:cNvPr id="25" name="s13 Slide Number Placeholder 0"/>
          <p:cNvSpPr>
            <a:spLocks noGrp="1"/>
          </p:cNvSpPr>
          <p:nvPr>
            <p:ph type="sldNum" sz="quarter" idx="4294967295"/>
          </p:nvPr>
        </p:nvSpPr>
        <p:spPr>
          <a:xfrm>
            <a:off x="1106424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3AED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50"/>
                                        <p:tgtEl>
                                          <p:spTgt spid="4"/>
                                        </p:tgtEl>
                                      </p:cBhvr>
                                    </p:animEffect>
                                    <p:anim calcmode="lin" valueType="num">
                                      <p:cBhvr>
                                        <p:cTn id="8" dur="550" decel="100000" fill="hold"/>
                                        <p:tgtEl>
                                          <p:spTgt spid="4"/>
                                        </p:tgtEl>
                                        <p:attrNameLst>
                                          <p:attrName>ppt_x</p:attrName>
                                        </p:attrNameLst>
                                      </p:cBhvr>
                                      <p:tavLst>
                                        <p:tav tm="0">
                                          <p:val>
                                            <p:strVal val="#ppt_x"/>
                                          </p:val>
                                        </p:tav>
                                        <p:tav tm="100000">
                                          <p:val>
                                            <p:strVal val="#ppt_x"/>
                                          </p:val>
                                        </p:tav>
                                      </p:tavLst>
                                    </p:anim>
                                    <p:anim calcmode="lin" valueType="num">
                                      <p:cBhvr>
                                        <p:cTn id="9" dur="550" decel="100000" fill="hold"/>
                                        <p:tgtEl>
                                          <p:spTgt spid="4"/>
                                        </p:tgtEl>
                                        <p:attrNameLst>
                                          <p:attrName>ppt_y</p:attrName>
                                        </p:attrNameLst>
                                      </p:cBhvr>
                                      <p:tavLst>
                                        <p:tav tm="0">
                                          <p:val>
                                            <p:strVal val="#ppt_y+.035"/>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50"/>
                                        <p:tgtEl>
                                          <p:spTgt spid="5"/>
                                        </p:tgtEl>
                                      </p:cBhvr>
                                    </p:animEffect>
                                    <p:anim calcmode="lin" valueType="num">
                                      <p:cBhvr>
                                        <p:cTn id="13" dur="550" decel="100000" fill="hold"/>
                                        <p:tgtEl>
                                          <p:spTgt spid="5"/>
                                        </p:tgtEl>
                                        <p:attrNameLst>
                                          <p:attrName>ppt_x</p:attrName>
                                        </p:attrNameLst>
                                      </p:cBhvr>
                                      <p:tavLst>
                                        <p:tav tm="0">
                                          <p:val>
                                            <p:strVal val="#ppt_x"/>
                                          </p:val>
                                        </p:tav>
                                        <p:tav tm="100000">
                                          <p:val>
                                            <p:strVal val="#ppt_x"/>
                                          </p:val>
                                        </p:tav>
                                      </p:tavLst>
                                    </p:anim>
                                    <p:anim calcmode="lin" valueType="num">
                                      <p:cBhvr>
                                        <p:cTn id="14" dur="550" decel="100000" fill="hold"/>
                                        <p:tgtEl>
                                          <p:spTgt spid="5"/>
                                        </p:tgtEl>
                                        <p:attrNameLst>
                                          <p:attrName>ppt_y</p:attrName>
                                        </p:attrNameLst>
                                      </p:cBhvr>
                                      <p:tavLst>
                                        <p:tav tm="0">
                                          <p:val>
                                            <p:strVal val="#ppt_y+.035"/>
                                          </p:val>
                                        </p:tav>
                                        <p:tav tm="100000">
                                          <p:val>
                                            <p:strVal val="#ppt_y"/>
                                          </p:val>
                                        </p:tav>
                                      </p:tavLst>
                                    </p:anim>
                                  </p:childTnLst>
                                </p:cTn>
                              </p:par>
                              <p:par>
                                <p:cTn id="15" presetID="42" presetClass="entr" presetSubtype="0" fill="hold" nodeType="withEffect">
                                  <p:stCondLst>
                                    <p:cond delay="25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p:cTn id="18" dur="550" decel="100000" fill="hold"/>
                                        <p:tgtEl>
                                          <p:spTgt spid="6"/>
                                        </p:tgtEl>
                                        <p:attrNameLst>
                                          <p:attrName>ppt_x</p:attrName>
                                        </p:attrNameLst>
                                      </p:cBhvr>
                                      <p:tavLst>
                                        <p:tav tm="0">
                                          <p:val>
                                            <p:strVal val="#ppt_x"/>
                                          </p:val>
                                        </p:tav>
                                        <p:tav tm="100000">
                                          <p:val>
                                            <p:strVal val="#ppt_x"/>
                                          </p:val>
                                        </p:tav>
                                      </p:tavLst>
                                    </p:anim>
                                    <p:anim calcmode="lin" valueType="num">
                                      <p:cBhvr>
                                        <p:cTn id="19" dur="550" decel="100000" fill="hold"/>
                                        <p:tgtEl>
                                          <p:spTgt spid="6"/>
                                        </p:tgtEl>
                                        <p:attrNameLst>
                                          <p:attrName>ppt_y</p:attrName>
                                        </p:attrNameLst>
                                      </p:cBhvr>
                                      <p:tavLst>
                                        <p:tav tm="0">
                                          <p:val>
                                            <p:strVal val="#ppt_y+.035"/>
                                          </p:val>
                                        </p:tav>
                                        <p:tav tm="100000">
                                          <p:val>
                                            <p:strVal val="#ppt_y"/>
                                          </p:val>
                                        </p:tav>
                                      </p:tavLst>
                                    </p:anim>
                                  </p:childTnLst>
                                </p:cTn>
                              </p:par>
                              <p:par>
                                <p:cTn id="20" presetID="42" presetClass="entr" presetSubtype="0" fill="hold" grpId="0" nodeType="withEffect">
                                  <p:stCondLst>
                                    <p:cond delay="2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anim calcmode="lin" valueType="num">
                                      <p:cBhvr>
                                        <p:cTn id="23" dur="550" decel="100000" fill="hold"/>
                                        <p:tgtEl>
                                          <p:spTgt spid="7"/>
                                        </p:tgtEl>
                                        <p:attrNameLst>
                                          <p:attrName>ppt_x</p:attrName>
                                        </p:attrNameLst>
                                      </p:cBhvr>
                                      <p:tavLst>
                                        <p:tav tm="0">
                                          <p:val>
                                            <p:strVal val="#ppt_x"/>
                                          </p:val>
                                        </p:tav>
                                        <p:tav tm="100000">
                                          <p:val>
                                            <p:strVal val="#ppt_x"/>
                                          </p:val>
                                        </p:tav>
                                      </p:tavLst>
                                    </p:anim>
                                    <p:anim calcmode="lin" valueType="num">
                                      <p:cBhvr>
                                        <p:cTn id="24" dur="550" decel="100000" fill="hold"/>
                                        <p:tgtEl>
                                          <p:spTgt spid="7"/>
                                        </p:tgtEl>
                                        <p:attrNameLst>
                                          <p:attrName>ppt_y</p:attrName>
                                        </p:attrNameLst>
                                      </p:cBhvr>
                                      <p:tavLst>
                                        <p:tav tm="0">
                                          <p:val>
                                            <p:strVal val="#ppt_y+.035"/>
                                          </p:val>
                                        </p:tav>
                                        <p:tav tm="100000">
                                          <p:val>
                                            <p:strVal val="#ppt_y"/>
                                          </p:val>
                                        </p:tav>
                                      </p:tavLst>
                                    </p:anim>
                                  </p:childTnLst>
                                </p:cTn>
                              </p:par>
                              <p:par>
                                <p:cTn id="25" presetID="42" presetClass="entr" presetSubtype="0" fill="hold" grpId="0" nodeType="withEffect">
                                  <p:stCondLst>
                                    <p:cond delay="25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50"/>
                                        <p:tgtEl>
                                          <p:spTgt spid="8"/>
                                        </p:tgtEl>
                                      </p:cBhvr>
                                    </p:animEffect>
                                    <p:anim calcmode="lin" valueType="num">
                                      <p:cBhvr>
                                        <p:cTn id="28" dur="550" decel="100000" fill="hold"/>
                                        <p:tgtEl>
                                          <p:spTgt spid="8"/>
                                        </p:tgtEl>
                                        <p:attrNameLst>
                                          <p:attrName>ppt_x</p:attrName>
                                        </p:attrNameLst>
                                      </p:cBhvr>
                                      <p:tavLst>
                                        <p:tav tm="0">
                                          <p:val>
                                            <p:strVal val="#ppt_x"/>
                                          </p:val>
                                        </p:tav>
                                        <p:tav tm="100000">
                                          <p:val>
                                            <p:strVal val="#ppt_x"/>
                                          </p:val>
                                        </p:tav>
                                      </p:tavLst>
                                    </p:anim>
                                    <p:anim calcmode="lin" valueType="num">
                                      <p:cBhvr>
                                        <p:cTn id="29" dur="550" decel="100000" fill="hold"/>
                                        <p:tgtEl>
                                          <p:spTgt spid="8"/>
                                        </p:tgtEl>
                                        <p:attrNameLst>
                                          <p:attrName>ppt_y</p:attrName>
                                        </p:attrNameLst>
                                      </p:cBhvr>
                                      <p:tavLst>
                                        <p:tav tm="0">
                                          <p:val>
                                            <p:strVal val="#ppt_y+.035"/>
                                          </p:val>
                                        </p:tav>
                                        <p:tav tm="100000">
                                          <p:val>
                                            <p:strVal val="#ppt_y"/>
                                          </p:val>
                                        </p:tav>
                                      </p:tavLst>
                                    </p:anim>
                                  </p:childTnLst>
                                </p:cTn>
                              </p:par>
                              <p:par>
                                <p:cTn id="30" presetID="42" presetClass="entr" presetSubtype="0" fill="hold" grpId="0" nodeType="withEffect">
                                  <p:stCondLst>
                                    <p:cond delay="25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50"/>
                                        <p:tgtEl>
                                          <p:spTgt spid="9"/>
                                        </p:tgtEl>
                                      </p:cBhvr>
                                    </p:animEffect>
                                    <p:anim calcmode="lin" valueType="num">
                                      <p:cBhvr>
                                        <p:cTn id="33" dur="550" decel="100000" fill="hold"/>
                                        <p:tgtEl>
                                          <p:spTgt spid="9"/>
                                        </p:tgtEl>
                                        <p:attrNameLst>
                                          <p:attrName>ppt_x</p:attrName>
                                        </p:attrNameLst>
                                      </p:cBhvr>
                                      <p:tavLst>
                                        <p:tav tm="0">
                                          <p:val>
                                            <p:strVal val="#ppt_x"/>
                                          </p:val>
                                        </p:tav>
                                        <p:tav tm="100000">
                                          <p:val>
                                            <p:strVal val="#ppt_x"/>
                                          </p:val>
                                        </p:tav>
                                      </p:tavLst>
                                    </p:anim>
                                    <p:anim calcmode="lin" valueType="num">
                                      <p:cBhvr>
                                        <p:cTn id="34" dur="550" decel="100000" fill="hold"/>
                                        <p:tgtEl>
                                          <p:spTgt spid="9"/>
                                        </p:tgtEl>
                                        <p:attrNameLst>
                                          <p:attrName>ppt_y</p:attrName>
                                        </p:attrNameLst>
                                      </p:cBhvr>
                                      <p:tavLst>
                                        <p:tav tm="0">
                                          <p:val>
                                            <p:strVal val="#ppt_y+.035"/>
                                          </p:val>
                                        </p:tav>
                                        <p:tav tm="100000">
                                          <p:val>
                                            <p:strVal val="#ppt_y"/>
                                          </p:val>
                                        </p:tav>
                                      </p:tavLst>
                                    </p:anim>
                                  </p:childTnLst>
                                </p:cTn>
                              </p:par>
                              <p:par>
                                <p:cTn id="35" presetID="42" presetClass="entr" presetSubtype="0" fill="hold" grpId="0" nodeType="withEffect">
                                  <p:stCondLst>
                                    <p:cond delay="47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50"/>
                                        <p:tgtEl>
                                          <p:spTgt spid="10"/>
                                        </p:tgtEl>
                                      </p:cBhvr>
                                    </p:animEffect>
                                    <p:anim calcmode="lin" valueType="num">
                                      <p:cBhvr>
                                        <p:cTn id="38" dur="550" decel="100000" fill="hold"/>
                                        <p:tgtEl>
                                          <p:spTgt spid="10"/>
                                        </p:tgtEl>
                                        <p:attrNameLst>
                                          <p:attrName>ppt_x</p:attrName>
                                        </p:attrNameLst>
                                      </p:cBhvr>
                                      <p:tavLst>
                                        <p:tav tm="0">
                                          <p:val>
                                            <p:strVal val="#ppt_x"/>
                                          </p:val>
                                        </p:tav>
                                        <p:tav tm="100000">
                                          <p:val>
                                            <p:strVal val="#ppt_x"/>
                                          </p:val>
                                        </p:tav>
                                      </p:tavLst>
                                    </p:anim>
                                    <p:anim calcmode="lin" valueType="num">
                                      <p:cBhvr>
                                        <p:cTn id="39" dur="550" decel="100000" fill="hold"/>
                                        <p:tgtEl>
                                          <p:spTgt spid="10"/>
                                        </p:tgtEl>
                                        <p:attrNameLst>
                                          <p:attrName>ppt_y</p:attrName>
                                        </p:attrNameLst>
                                      </p:cBhvr>
                                      <p:tavLst>
                                        <p:tav tm="0">
                                          <p:val>
                                            <p:strVal val="#ppt_y+.035"/>
                                          </p:val>
                                        </p:tav>
                                        <p:tav tm="100000">
                                          <p:val>
                                            <p:strVal val="#ppt_y"/>
                                          </p:val>
                                        </p:tav>
                                      </p:tavLst>
                                    </p:anim>
                                  </p:childTnLst>
                                </p:cTn>
                              </p:par>
                              <p:par>
                                <p:cTn id="40" presetID="42" presetClass="entr" presetSubtype="0" fill="hold" grpId="0" nodeType="withEffect">
                                  <p:stCondLst>
                                    <p:cond delay="47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50"/>
                                        <p:tgtEl>
                                          <p:spTgt spid="11"/>
                                        </p:tgtEl>
                                      </p:cBhvr>
                                    </p:animEffect>
                                    <p:anim calcmode="lin" valueType="num">
                                      <p:cBhvr>
                                        <p:cTn id="43" dur="550" decel="100000" fill="hold"/>
                                        <p:tgtEl>
                                          <p:spTgt spid="11"/>
                                        </p:tgtEl>
                                        <p:attrNameLst>
                                          <p:attrName>ppt_x</p:attrName>
                                        </p:attrNameLst>
                                      </p:cBhvr>
                                      <p:tavLst>
                                        <p:tav tm="0">
                                          <p:val>
                                            <p:strVal val="#ppt_x"/>
                                          </p:val>
                                        </p:tav>
                                        <p:tav tm="100000">
                                          <p:val>
                                            <p:strVal val="#ppt_x"/>
                                          </p:val>
                                        </p:tav>
                                      </p:tavLst>
                                    </p:anim>
                                    <p:anim calcmode="lin" valueType="num">
                                      <p:cBhvr>
                                        <p:cTn id="44" dur="550" decel="100000" fill="hold"/>
                                        <p:tgtEl>
                                          <p:spTgt spid="11"/>
                                        </p:tgtEl>
                                        <p:attrNameLst>
                                          <p:attrName>ppt_y</p:attrName>
                                        </p:attrNameLst>
                                      </p:cBhvr>
                                      <p:tavLst>
                                        <p:tav tm="0">
                                          <p:val>
                                            <p:strVal val="#ppt_y+.035"/>
                                          </p:val>
                                        </p:tav>
                                        <p:tav tm="100000">
                                          <p:val>
                                            <p:strVal val="#ppt_y"/>
                                          </p:val>
                                        </p:tav>
                                      </p:tavLst>
                                    </p:anim>
                                  </p:childTnLst>
                                </p:cTn>
                              </p:par>
                              <p:par>
                                <p:cTn id="45" presetID="42" presetClass="entr" presetSubtype="0" fill="hold" nodeType="withEffect">
                                  <p:stCondLst>
                                    <p:cond delay="47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50"/>
                                        <p:tgtEl>
                                          <p:spTgt spid="12"/>
                                        </p:tgtEl>
                                      </p:cBhvr>
                                    </p:animEffect>
                                    <p:anim calcmode="lin" valueType="num">
                                      <p:cBhvr>
                                        <p:cTn id="48" dur="550" decel="100000" fill="hold"/>
                                        <p:tgtEl>
                                          <p:spTgt spid="12"/>
                                        </p:tgtEl>
                                        <p:attrNameLst>
                                          <p:attrName>ppt_x</p:attrName>
                                        </p:attrNameLst>
                                      </p:cBhvr>
                                      <p:tavLst>
                                        <p:tav tm="0">
                                          <p:val>
                                            <p:strVal val="#ppt_x"/>
                                          </p:val>
                                        </p:tav>
                                        <p:tav tm="100000">
                                          <p:val>
                                            <p:strVal val="#ppt_x"/>
                                          </p:val>
                                        </p:tav>
                                      </p:tavLst>
                                    </p:anim>
                                    <p:anim calcmode="lin" valueType="num">
                                      <p:cBhvr>
                                        <p:cTn id="49" dur="550" decel="100000" fill="hold"/>
                                        <p:tgtEl>
                                          <p:spTgt spid="12"/>
                                        </p:tgtEl>
                                        <p:attrNameLst>
                                          <p:attrName>ppt_y</p:attrName>
                                        </p:attrNameLst>
                                      </p:cBhvr>
                                      <p:tavLst>
                                        <p:tav tm="0">
                                          <p:val>
                                            <p:strVal val="#ppt_y+.035"/>
                                          </p:val>
                                        </p:tav>
                                        <p:tav tm="100000">
                                          <p:val>
                                            <p:strVal val="#ppt_y"/>
                                          </p:val>
                                        </p:tav>
                                      </p:tavLst>
                                    </p:anim>
                                  </p:childTnLst>
                                </p:cTn>
                              </p:par>
                              <p:par>
                                <p:cTn id="50" presetID="42" presetClass="entr" presetSubtype="0" fill="hold" grpId="0" nodeType="withEffect">
                                  <p:stCondLst>
                                    <p:cond delay="47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50"/>
                                        <p:tgtEl>
                                          <p:spTgt spid="13"/>
                                        </p:tgtEl>
                                      </p:cBhvr>
                                    </p:animEffect>
                                    <p:anim calcmode="lin" valueType="num">
                                      <p:cBhvr>
                                        <p:cTn id="53" dur="550" decel="100000" fill="hold"/>
                                        <p:tgtEl>
                                          <p:spTgt spid="13"/>
                                        </p:tgtEl>
                                        <p:attrNameLst>
                                          <p:attrName>ppt_x</p:attrName>
                                        </p:attrNameLst>
                                      </p:cBhvr>
                                      <p:tavLst>
                                        <p:tav tm="0">
                                          <p:val>
                                            <p:strVal val="#ppt_x"/>
                                          </p:val>
                                        </p:tav>
                                        <p:tav tm="100000">
                                          <p:val>
                                            <p:strVal val="#ppt_x"/>
                                          </p:val>
                                        </p:tav>
                                      </p:tavLst>
                                    </p:anim>
                                    <p:anim calcmode="lin" valueType="num">
                                      <p:cBhvr>
                                        <p:cTn id="54" dur="550" decel="100000" fill="hold"/>
                                        <p:tgtEl>
                                          <p:spTgt spid="13"/>
                                        </p:tgtEl>
                                        <p:attrNameLst>
                                          <p:attrName>ppt_y</p:attrName>
                                        </p:attrNameLst>
                                      </p:cBhvr>
                                      <p:tavLst>
                                        <p:tav tm="0">
                                          <p:val>
                                            <p:strVal val="#ppt_y+.035"/>
                                          </p:val>
                                        </p:tav>
                                        <p:tav tm="100000">
                                          <p:val>
                                            <p:strVal val="#ppt_y"/>
                                          </p:val>
                                        </p:tav>
                                      </p:tavLst>
                                    </p:anim>
                                  </p:childTnLst>
                                </p:cTn>
                              </p:par>
                              <p:par>
                                <p:cTn id="55" presetID="42" presetClass="entr" presetSubtype="0" fill="hold" grpId="0" nodeType="withEffect">
                                  <p:stCondLst>
                                    <p:cond delay="47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50"/>
                                        <p:tgtEl>
                                          <p:spTgt spid="14"/>
                                        </p:tgtEl>
                                      </p:cBhvr>
                                    </p:animEffect>
                                    <p:anim calcmode="lin" valueType="num">
                                      <p:cBhvr>
                                        <p:cTn id="58" dur="550" decel="100000" fill="hold"/>
                                        <p:tgtEl>
                                          <p:spTgt spid="14"/>
                                        </p:tgtEl>
                                        <p:attrNameLst>
                                          <p:attrName>ppt_x</p:attrName>
                                        </p:attrNameLst>
                                      </p:cBhvr>
                                      <p:tavLst>
                                        <p:tav tm="0">
                                          <p:val>
                                            <p:strVal val="#ppt_x"/>
                                          </p:val>
                                        </p:tav>
                                        <p:tav tm="100000">
                                          <p:val>
                                            <p:strVal val="#ppt_x"/>
                                          </p:val>
                                        </p:tav>
                                      </p:tavLst>
                                    </p:anim>
                                    <p:anim calcmode="lin" valueType="num">
                                      <p:cBhvr>
                                        <p:cTn id="59" dur="550" decel="100000" fill="hold"/>
                                        <p:tgtEl>
                                          <p:spTgt spid="14"/>
                                        </p:tgtEl>
                                        <p:attrNameLst>
                                          <p:attrName>ppt_y</p:attrName>
                                        </p:attrNameLst>
                                      </p:cBhvr>
                                      <p:tavLst>
                                        <p:tav tm="0">
                                          <p:val>
                                            <p:strVal val="#ppt_y+.035"/>
                                          </p:val>
                                        </p:tav>
                                        <p:tav tm="100000">
                                          <p:val>
                                            <p:strVal val="#ppt_y"/>
                                          </p:val>
                                        </p:tav>
                                      </p:tavLst>
                                    </p:anim>
                                  </p:childTnLst>
                                </p:cTn>
                              </p:par>
                              <p:par>
                                <p:cTn id="60" presetID="42" presetClass="entr" presetSubtype="0" fill="hold" grpId="0" nodeType="withEffect">
                                  <p:stCondLst>
                                    <p:cond delay="47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50"/>
                                        <p:tgtEl>
                                          <p:spTgt spid="15"/>
                                        </p:tgtEl>
                                      </p:cBhvr>
                                    </p:animEffect>
                                    <p:anim calcmode="lin" valueType="num">
                                      <p:cBhvr>
                                        <p:cTn id="63" dur="550" decel="100000" fill="hold"/>
                                        <p:tgtEl>
                                          <p:spTgt spid="15"/>
                                        </p:tgtEl>
                                        <p:attrNameLst>
                                          <p:attrName>ppt_x</p:attrName>
                                        </p:attrNameLst>
                                      </p:cBhvr>
                                      <p:tavLst>
                                        <p:tav tm="0">
                                          <p:val>
                                            <p:strVal val="#ppt_x"/>
                                          </p:val>
                                        </p:tav>
                                        <p:tav tm="100000">
                                          <p:val>
                                            <p:strVal val="#ppt_x"/>
                                          </p:val>
                                        </p:tav>
                                      </p:tavLst>
                                    </p:anim>
                                    <p:anim calcmode="lin" valueType="num">
                                      <p:cBhvr>
                                        <p:cTn id="64" dur="550" decel="100000" fill="hold"/>
                                        <p:tgtEl>
                                          <p:spTgt spid="15"/>
                                        </p:tgtEl>
                                        <p:attrNameLst>
                                          <p:attrName>ppt_y</p:attrName>
                                        </p:attrNameLst>
                                      </p:cBhvr>
                                      <p:tavLst>
                                        <p:tav tm="0">
                                          <p:val>
                                            <p:strVal val="#ppt_y+.035"/>
                                          </p:val>
                                        </p:tav>
                                        <p:tav tm="100000">
                                          <p:val>
                                            <p:strVal val="#ppt_y"/>
                                          </p:val>
                                        </p:tav>
                                      </p:tavLst>
                                    </p:anim>
                                  </p:childTnLst>
                                </p:cTn>
                              </p:par>
                              <p:par>
                                <p:cTn id="65" presetID="42" presetClass="entr" presetSubtype="0" fill="hold" grpId="0" nodeType="withEffect">
                                  <p:stCondLst>
                                    <p:cond delay="69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50"/>
                                        <p:tgtEl>
                                          <p:spTgt spid="16"/>
                                        </p:tgtEl>
                                      </p:cBhvr>
                                    </p:animEffect>
                                    <p:anim calcmode="lin" valueType="num">
                                      <p:cBhvr>
                                        <p:cTn id="68" dur="550" decel="100000" fill="hold"/>
                                        <p:tgtEl>
                                          <p:spTgt spid="16"/>
                                        </p:tgtEl>
                                        <p:attrNameLst>
                                          <p:attrName>ppt_x</p:attrName>
                                        </p:attrNameLst>
                                      </p:cBhvr>
                                      <p:tavLst>
                                        <p:tav tm="0">
                                          <p:val>
                                            <p:strVal val="#ppt_x"/>
                                          </p:val>
                                        </p:tav>
                                        <p:tav tm="100000">
                                          <p:val>
                                            <p:strVal val="#ppt_x"/>
                                          </p:val>
                                        </p:tav>
                                      </p:tavLst>
                                    </p:anim>
                                    <p:anim calcmode="lin" valueType="num">
                                      <p:cBhvr>
                                        <p:cTn id="69" dur="550" decel="100000" fill="hold"/>
                                        <p:tgtEl>
                                          <p:spTgt spid="16"/>
                                        </p:tgtEl>
                                        <p:attrNameLst>
                                          <p:attrName>ppt_y</p:attrName>
                                        </p:attrNameLst>
                                      </p:cBhvr>
                                      <p:tavLst>
                                        <p:tav tm="0">
                                          <p:val>
                                            <p:strVal val="#ppt_y+.035"/>
                                          </p:val>
                                        </p:tav>
                                        <p:tav tm="100000">
                                          <p:val>
                                            <p:strVal val="#ppt_y"/>
                                          </p:val>
                                        </p:tav>
                                      </p:tavLst>
                                    </p:anim>
                                  </p:childTnLst>
                                </p:cTn>
                              </p:par>
                              <p:par>
                                <p:cTn id="70" presetID="42" presetClass="entr" presetSubtype="0" fill="hold" grpId="0" nodeType="withEffect">
                                  <p:stCondLst>
                                    <p:cond delay="69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550"/>
                                        <p:tgtEl>
                                          <p:spTgt spid="17"/>
                                        </p:tgtEl>
                                      </p:cBhvr>
                                    </p:animEffect>
                                    <p:anim calcmode="lin" valueType="num">
                                      <p:cBhvr>
                                        <p:cTn id="73" dur="550" decel="100000" fill="hold"/>
                                        <p:tgtEl>
                                          <p:spTgt spid="17"/>
                                        </p:tgtEl>
                                        <p:attrNameLst>
                                          <p:attrName>ppt_x</p:attrName>
                                        </p:attrNameLst>
                                      </p:cBhvr>
                                      <p:tavLst>
                                        <p:tav tm="0">
                                          <p:val>
                                            <p:strVal val="#ppt_x"/>
                                          </p:val>
                                        </p:tav>
                                        <p:tav tm="100000">
                                          <p:val>
                                            <p:strVal val="#ppt_x"/>
                                          </p:val>
                                        </p:tav>
                                      </p:tavLst>
                                    </p:anim>
                                    <p:anim calcmode="lin" valueType="num">
                                      <p:cBhvr>
                                        <p:cTn id="74" dur="550" decel="100000" fill="hold"/>
                                        <p:tgtEl>
                                          <p:spTgt spid="17"/>
                                        </p:tgtEl>
                                        <p:attrNameLst>
                                          <p:attrName>ppt_y</p:attrName>
                                        </p:attrNameLst>
                                      </p:cBhvr>
                                      <p:tavLst>
                                        <p:tav tm="0">
                                          <p:val>
                                            <p:strVal val="#ppt_y+.035"/>
                                          </p:val>
                                        </p:tav>
                                        <p:tav tm="100000">
                                          <p:val>
                                            <p:strVal val="#ppt_y"/>
                                          </p:val>
                                        </p:tav>
                                      </p:tavLst>
                                    </p:anim>
                                  </p:childTnLst>
                                </p:cTn>
                              </p:par>
                              <p:par>
                                <p:cTn id="75" presetID="42" presetClass="entr" presetSubtype="0" fill="hold" nodeType="withEffect">
                                  <p:stCondLst>
                                    <p:cond delay="69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550"/>
                                        <p:tgtEl>
                                          <p:spTgt spid="18"/>
                                        </p:tgtEl>
                                      </p:cBhvr>
                                    </p:animEffect>
                                    <p:anim calcmode="lin" valueType="num">
                                      <p:cBhvr>
                                        <p:cTn id="78" dur="550" decel="100000" fill="hold"/>
                                        <p:tgtEl>
                                          <p:spTgt spid="18"/>
                                        </p:tgtEl>
                                        <p:attrNameLst>
                                          <p:attrName>ppt_x</p:attrName>
                                        </p:attrNameLst>
                                      </p:cBhvr>
                                      <p:tavLst>
                                        <p:tav tm="0">
                                          <p:val>
                                            <p:strVal val="#ppt_x"/>
                                          </p:val>
                                        </p:tav>
                                        <p:tav tm="100000">
                                          <p:val>
                                            <p:strVal val="#ppt_x"/>
                                          </p:val>
                                        </p:tav>
                                      </p:tavLst>
                                    </p:anim>
                                    <p:anim calcmode="lin" valueType="num">
                                      <p:cBhvr>
                                        <p:cTn id="79" dur="550" decel="100000" fill="hold"/>
                                        <p:tgtEl>
                                          <p:spTgt spid="18"/>
                                        </p:tgtEl>
                                        <p:attrNameLst>
                                          <p:attrName>ppt_y</p:attrName>
                                        </p:attrNameLst>
                                      </p:cBhvr>
                                      <p:tavLst>
                                        <p:tav tm="0">
                                          <p:val>
                                            <p:strVal val="#ppt_y+.035"/>
                                          </p:val>
                                        </p:tav>
                                        <p:tav tm="100000">
                                          <p:val>
                                            <p:strVal val="#ppt_y"/>
                                          </p:val>
                                        </p:tav>
                                      </p:tavLst>
                                    </p:anim>
                                  </p:childTnLst>
                                </p:cTn>
                              </p:par>
                              <p:par>
                                <p:cTn id="80" presetID="42" presetClass="entr" presetSubtype="0" fill="hold" grpId="0" nodeType="withEffect">
                                  <p:stCondLst>
                                    <p:cond delay="69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550"/>
                                        <p:tgtEl>
                                          <p:spTgt spid="19"/>
                                        </p:tgtEl>
                                      </p:cBhvr>
                                    </p:animEffect>
                                    <p:anim calcmode="lin" valueType="num">
                                      <p:cBhvr>
                                        <p:cTn id="83" dur="550" decel="100000" fill="hold"/>
                                        <p:tgtEl>
                                          <p:spTgt spid="19"/>
                                        </p:tgtEl>
                                        <p:attrNameLst>
                                          <p:attrName>ppt_x</p:attrName>
                                        </p:attrNameLst>
                                      </p:cBhvr>
                                      <p:tavLst>
                                        <p:tav tm="0">
                                          <p:val>
                                            <p:strVal val="#ppt_x"/>
                                          </p:val>
                                        </p:tav>
                                        <p:tav tm="100000">
                                          <p:val>
                                            <p:strVal val="#ppt_x"/>
                                          </p:val>
                                        </p:tav>
                                      </p:tavLst>
                                    </p:anim>
                                    <p:anim calcmode="lin" valueType="num">
                                      <p:cBhvr>
                                        <p:cTn id="84" dur="550" decel="100000" fill="hold"/>
                                        <p:tgtEl>
                                          <p:spTgt spid="19"/>
                                        </p:tgtEl>
                                        <p:attrNameLst>
                                          <p:attrName>ppt_y</p:attrName>
                                        </p:attrNameLst>
                                      </p:cBhvr>
                                      <p:tavLst>
                                        <p:tav tm="0">
                                          <p:val>
                                            <p:strVal val="#ppt_y+.035"/>
                                          </p:val>
                                        </p:tav>
                                        <p:tav tm="100000">
                                          <p:val>
                                            <p:strVal val="#ppt_y"/>
                                          </p:val>
                                        </p:tav>
                                      </p:tavLst>
                                    </p:anim>
                                  </p:childTnLst>
                                </p:cTn>
                              </p:par>
                              <p:par>
                                <p:cTn id="85" presetID="42" presetClass="entr" presetSubtype="0" fill="hold" grpId="0" nodeType="withEffect">
                                  <p:stCondLst>
                                    <p:cond delay="69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550"/>
                                        <p:tgtEl>
                                          <p:spTgt spid="20"/>
                                        </p:tgtEl>
                                      </p:cBhvr>
                                    </p:animEffect>
                                    <p:anim calcmode="lin" valueType="num">
                                      <p:cBhvr>
                                        <p:cTn id="88" dur="550" decel="100000" fill="hold"/>
                                        <p:tgtEl>
                                          <p:spTgt spid="20"/>
                                        </p:tgtEl>
                                        <p:attrNameLst>
                                          <p:attrName>ppt_x</p:attrName>
                                        </p:attrNameLst>
                                      </p:cBhvr>
                                      <p:tavLst>
                                        <p:tav tm="0">
                                          <p:val>
                                            <p:strVal val="#ppt_x"/>
                                          </p:val>
                                        </p:tav>
                                        <p:tav tm="100000">
                                          <p:val>
                                            <p:strVal val="#ppt_x"/>
                                          </p:val>
                                        </p:tav>
                                      </p:tavLst>
                                    </p:anim>
                                    <p:anim calcmode="lin" valueType="num">
                                      <p:cBhvr>
                                        <p:cTn id="89" dur="550" decel="100000" fill="hold"/>
                                        <p:tgtEl>
                                          <p:spTgt spid="20"/>
                                        </p:tgtEl>
                                        <p:attrNameLst>
                                          <p:attrName>ppt_y</p:attrName>
                                        </p:attrNameLst>
                                      </p:cBhvr>
                                      <p:tavLst>
                                        <p:tav tm="0">
                                          <p:val>
                                            <p:strVal val="#ppt_y+.035"/>
                                          </p:val>
                                        </p:tav>
                                        <p:tav tm="100000">
                                          <p:val>
                                            <p:strVal val="#ppt_y"/>
                                          </p:val>
                                        </p:tav>
                                      </p:tavLst>
                                    </p:anim>
                                  </p:childTnLst>
                                </p:cTn>
                              </p:par>
                              <p:par>
                                <p:cTn id="90" presetID="42" presetClass="entr" presetSubtype="0" fill="hold" grpId="0" nodeType="withEffect">
                                  <p:stCondLst>
                                    <p:cond delay="91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50"/>
                                        <p:tgtEl>
                                          <p:spTgt spid="21"/>
                                        </p:tgtEl>
                                      </p:cBhvr>
                                    </p:animEffect>
                                    <p:anim calcmode="lin" valueType="num">
                                      <p:cBhvr>
                                        <p:cTn id="93" dur="550" decel="100000" fill="hold"/>
                                        <p:tgtEl>
                                          <p:spTgt spid="21"/>
                                        </p:tgtEl>
                                        <p:attrNameLst>
                                          <p:attrName>ppt_x</p:attrName>
                                        </p:attrNameLst>
                                      </p:cBhvr>
                                      <p:tavLst>
                                        <p:tav tm="0">
                                          <p:val>
                                            <p:strVal val="#ppt_x"/>
                                          </p:val>
                                        </p:tav>
                                        <p:tav tm="100000">
                                          <p:val>
                                            <p:strVal val="#ppt_x"/>
                                          </p:val>
                                        </p:tav>
                                      </p:tavLst>
                                    </p:anim>
                                    <p:anim calcmode="lin" valueType="num">
                                      <p:cBhvr>
                                        <p:cTn id="94" dur="550" decel="100000" fill="hold"/>
                                        <p:tgtEl>
                                          <p:spTgt spid="21"/>
                                        </p:tgtEl>
                                        <p:attrNameLst>
                                          <p:attrName>ppt_y</p:attrName>
                                        </p:attrNameLst>
                                      </p:cBhvr>
                                      <p:tavLst>
                                        <p:tav tm="0">
                                          <p:val>
                                            <p:strVal val="#ppt_y+.035"/>
                                          </p:val>
                                        </p:tav>
                                        <p:tav tm="100000">
                                          <p:val>
                                            <p:strVal val="#ppt_y"/>
                                          </p:val>
                                        </p:tav>
                                      </p:tavLst>
                                    </p:anim>
                                  </p:childTnLst>
                                </p:cTn>
                              </p:par>
                              <p:par>
                                <p:cTn id="95" presetID="42" presetClass="entr" presetSubtype="0" fill="hold" grpId="0" nodeType="withEffect">
                                  <p:stCondLst>
                                    <p:cond delay="113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50"/>
                                        <p:tgtEl>
                                          <p:spTgt spid="22"/>
                                        </p:tgtEl>
                                      </p:cBhvr>
                                    </p:animEffect>
                                    <p:anim calcmode="lin" valueType="num">
                                      <p:cBhvr>
                                        <p:cTn id="98" dur="550" decel="100000" fill="hold"/>
                                        <p:tgtEl>
                                          <p:spTgt spid="22"/>
                                        </p:tgtEl>
                                        <p:attrNameLst>
                                          <p:attrName>ppt_x</p:attrName>
                                        </p:attrNameLst>
                                      </p:cBhvr>
                                      <p:tavLst>
                                        <p:tav tm="0">
                                          <p:val>
                                            <p:strVal val="#ppt_x"/>
                                          </p:val>
                                        </p:tav>
                                        <p:tav tm="100000">
                                          <p:val>
                                            <p:strVal val="#ppt_x"/>
                                          </p:val>
                                        </p:tav>
                                      </p:tavLst>
                                    </p:anim>
                                    <p:anim calcmode="lin" valueType="num">
                                      <p:cBhvr>
                                        <p:cTn id="99" dur="550" decel="100000" fill="hold"/>
                                        <p:tgtEl>
                                          <p:spTgt spid="22"/>
                                        </p:tgtEl>
                                        <p:attrNameLst>
                                          <p:attrName>ppt_y</p:attrName>
                                        </p:attrNameLst>
                                      </p:cBhvr>
                                      <p:tavLst>
                                        <p:tav tm="0">
                                          <p:val>
                                            <p:strVal val="#ppt_y+.035"/>
                                          </p:val>
                                        </p:tav>
                                        <p:tav tm="100000">
                                          <p:val>
                                            <p:strVal val="#ppt_y"/>
                                          </p:val>
                                        </p:tav>
                                      </p:tavLst>
                                    </p:anim>
                                  </p:childTnLst>
                                </p:cTn>
                              </p:par>
                              <p:par>
                                <p:cTn id="100" presetID="42" presetClass="entr" presetSubtype="0" fill="hold" grpId="0" nodeType="withEffect">
                                  <p:stCondLst>
                                    <p:cond delay="113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50"/>
                                        <p:tgtEl>
                                          <p:spTgt spid="23"/>
                                        </p:tgtEl>
                                      </p:cBhvr>
                                    </p:animEffect>
                                    <p:anim calcmode="lin" valueType="num">
                                      <p:cBhvr>
                                        <p:cTn id="103" dur="550" decel="100000" fill="hold"/>
                                        <p:tgtEl>
                                          <p:spTgt spid="23"/>
                                        </p:tgtEl>
                                        <p:attrNameLst>
                                          <p:attrName>ppt_x</p:attrName>
                                        </p:attrNameLst>
                                      </p:cBhvr>
                                      <p:tavLst>
                                        <p:tav tm="0">
                                          <p:val>
                                            <p:strVal val="#ppt_x"/>
                                          </p:val>
                                        </p:tav>
                                        <p:tav tm="100000">
                                          <p:val>
                                            <p:strVal val="#ppt_x"/>
                                          </p:val>
                                        </p:tav>
                                      </p:tavLst>
                                    </p:anim>
                                    <p:anim calcmode="lin" valueType="num">
                                      <p:cBhvr>
                                        <p:cTn id="104" dur="550" decel="100000" fill="hold"/>
                                        <p:tgtEl>
                                          <p:spTgt spid="23"/>
                                        </p:tgtEl>
                                        <p:attrNameLst>
                                          <p:attrName>ppt_y</p:attrName>
                                        </p:attrNameLst>
                                      </p:cBhvr>
                                      <p:tavLst>
                                        <p:tav tm="0">
                                          <p:val>
                                            <p:strVal val="#ppt_y+.035"/>
                                          </p:val>
                                        </p:tav>
                                        <p:tav tm="100000">
                                          <p:val>
                                            <p:strVal val="#ppt_y"/>
                                          </p:val>
                                        </p:tav>
                                      </p:tavLst>
                                    </p:anim>
                                  </p:childTnLst>
                                </p:cTn>
                              </p:par>
                              <p:par>
                                <p:cTn id="105" presetID="42" presetClass="entr" presetSubtype="0" fill="hold" nodeType="withEffect">
                                  <p:stCondLst>
                                    <p:cond delay="113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550"/>
                                        <p:tgtEl>
                                          <p:spTgt spid="24"/>
                                        </p:tgtEl>
                                      </p:cBhvr>
                                    </p:animEffect>
                                    <p:anim calcmode="lin" valueType="num">
                                      <p:cBhvr>
                                        <p:cTn id="108" dur="550" decel="100000" fill="hold"/>
                                        <p:tgtEl>
                                          <p:spTgt spid="24"/>
                                        </p:tgtEl>
                                        <p:attrNameLst>
                                          <p:attrName>ppt_x</p:attrName>
                                        </p:attrNameLst>
                                      </p:cBhvr>
                                      <p:tavLst>
                                        <p:tav tm="0">
                                          <p:val>
                                            <p:strVal val="#ppt_x"/>
                                          </p:val>
                                        </p:tav>
                                        <p:tav tm="100000">
                                          <p:val>
                                            <p:strVal val="#ppt_x"/>
                                          </p:val>
                                        </p:tav>
                                      </p:tavLst>
                                    </p:anim>
                                    <p:anim calcmode="lin" valueType="num">
                                      <p:cBhvr>
                                        <p:cTn id="109" dur="550" decel="100000" fill="hold"/>
                                        <p:tgtEl>
                                          <p:spTgt spid="24"/>
                                        </p:tgtEl>
                                        <p:attrNameLst>
                                          <p:attrName>ppt_y</p:attrName>
                                        </p:attrNameLst>
                                      </p:cBhvr>
                                      <p:tavLst>
                                        <p:tav tm="0">
                                          <p:val>
                                            <p:strVal val="#ppt_y+.035"/>
                                          </p:val>
                                        </p:tav>
                                        <p:tav tm="100000">
                                          <p:val>
                                            <p:strVal val="#ppt_y"/>
                                          </p:val>
                                        </p:tav>
                                      </p:tavLst>
                                    </p:anim>
                                  </p:childTnLst>
                                </p:cTn>
                              </p:par>
                              <p:par>
                                <p:cTn id="110" presetID="42" presetClass="entr" presetSubtype="0" fill="hold" grpId="0" nodeType="withEffect">
                                  <p:stCondLst>
                                    <p:cond delay="113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50"/>
                                        <p:tgtEl>
                                          <p:spTgt spid="25"/>
                                        </p:tgtEl>
                                      </p:cBhvr>
                                    </p:animEffect>
                                    <p:anim calcmode="lin" valueType="num">
                                      <p:cBhvr>
                                        <p:cTn id="113" dur="550" decel="100000" fill="hold"/>
                                        <p:tgtEl>
                                          <p:spTgt spid="25"/>
                                        </p:tgtEl>
                                        <p:attrNameLst>
                                          <p:attrName>ppt_x</p:attrName>
                                        </p:attrNameLst>
                                      </p:cBhvr>
                                      <p:tavLst>
                                        <p:tav tm="0">
                                          <p:val>
                                            <p:strVal val="#ppt_x"/>
                                          </p:val>
                                        </p:tav>
                                        <p:tav tm="100000">
                                          <p:val>
                                            <p:strVal val="#ppt_x"/>
                                          </p:val>
                                        </p:tav>
                                      </p:tavLst>
                                    </p:anim>
                                    <p:anim calcmode="lin" valueType="num">
                                      <p:cBhvr>
                                        <p:cTn id="114" dur="550" decel="100000" fill="hold"/>
                                        <p:tgtEl>
                                          <p:spTgt spid="25"/>
                                        </p:tgtEl>
                                        <p:attrNameLst>
                                          <p:attrName>ppt_y</p:attrName>
                                        </p:attrNameLst>
                                      </p:cBhvr>
                                      <p:tavLst>
                                        <p:tav tm="0">
                                          <p:val>
                                            <p:strVal val="#ppt_y+.035"/>
                                          </p:val>
                                        </p:tav>
                                        <p:tav tm="100000">
                                          <p:val>
                                            <p:strVal val="#ppt_y"/>
                                          </p:val>
                                        </p:tav>
                                      </p:tavLst>
                                    </p:anim>
                                  </p:childTnLst>
                                </p:cTn>
                              </p:par>
                              <p:par>
                                <p:cTn id="115" presetID="42" presetClass="entr" presetSubtype="0" fill="hold" grpId="0" nodeType="withEffect">
                                  <p:stCondLst>
                                    <p:cond delay="113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550"/>
                                        <p:tgtEl>
                                          <p:spTgt spid="26"/>
                                        </p:tgtEl>
                                      </p:cBhvr>
                                    </p:animEffect>
                                    <p:anim calcmode="lin" valueType="num">
                                      <p:cBhvr>
                                        <p:cTn id="118" dur="550" decel="100000" fill="hold"/>
                                        <p:tgtEl>
                                          <p:spTgt spid="26"/>
                                        </p:tgtEl>
                                        <p:attrNameLst>
                                          <p:attrName>ppt_x</p:attrName>
                                        </p:attrNameLst>
                                      </p:cBhvr>
                                      <p:tavLst>
                                        <p:tav tm="0">
                                          <p:val>
                                            <p:strVal val="#ppt_x"/>
                                          </p:val>
                                        </p:tav>
                                        <p:tav tm="100000">
                                          <p:val>
                                            <p:strVal val="#ppt_x"/>
                                          </p:val>
                                        </p:tav>
                                      </p:tavLst>
                                    </p:anim>
                                    <p:anim calcmode="lin" valueType="num">
                                      <p:cBhvr>
                                        <p:cTn id="119" dur="550" decel="100000" fill="hold"/>
                                        <p:tgtEl>
                                          <p:spTgt spid="26"/>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5" grpId="0" animBg="1"/>
      <p:bldP spid="2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rb"/>
          <p:cNvSpPr/>
          <p:nvPr/>
        </p:nvSpPr>
        <p:spPr>
          <a:xfrm>
            <a:off x="1463040" y="-548640"/>
            <a:ext cx="5852160" cy="5852160"/>
          </a:xfrm>
          <a:prstGeom prst="ellipse">
            <a:avLst/>
          </a:prstGeom>
          <a:solidFill>
            <a:srgbClr val="F472B6">
              <a:alpha val="38000"/>
            </a:srgbClr>
          </a:solidFill>
          <a:ln w="12700">
            <a:solidFill>
              <a:srgbClr val="F472B6"/>
            </a:solidFill>
            <a:prstDash val="solid"/>
          </a:ln>
          <a:effectLst>
            <a:softEdge rad="1700000"/>
          </a:effectLst>
        </p:spPr>
      </p:sp>
      <p:sp>
        <p:nvSpPr>
          <p:cNvPr id="3" name="anim-1-345"/>
          <p:cNvSpPr txBox="1"/>
          <p:nvPr/>
        </p:nvSpPr>
        <p:spPr>
          <a:xfrm>
            <a:off x="731520" y="1097280"/>
            <a:ext cx="7315200" cy="1188720"/>
          </a:xfrm>
          <a:prstGeom prst="rect">
            <a:avLst/>
          </a:prstGeom>
          <a:noFill/>
          <a:ln/>
        </p:spPr>
        <p:txBody>
          <a:bodyPr wrap="square" lIns="0" tIns="0" rIns="0" bIns="0" rtlCol="0" anchor="ctr"/>
          <a:lstStyle/>
          <a:p>
            <a:pPr indent="0" marL="0">
              <a:buNone/>
            </a:pPr>
            <a:r>
              <a:rPr lang="en-US" sz="6400" dirty="0">
                <a:solidFill>
                  <a:srgbClr val="F1F5F9"/>
                </a:solidFill>
                <a:latin typeface="Arial Black" pitchFamily="34" charset="0"/>
                <a:ea typeface="Arial Black" pitchFamily="34" charset="-122"/>
                <a:cs typeface="Arial Black" pitchFamily="34" charset="-120"/>
              </a:rPr>
              <a:t>Thank you</a:t>
            </a:r>
            <a:endParaRPr lang="en-US" sz="6400" dirty="0"/>
          </a:p>
        </p:txBody>
      </p:sp>
      <p:sp>
        <p:nvSpPr>
          <p:cNvPr id="4" name="anim-2-346"/>
          <p:cNvSpPr txBox="1"/>
          <p:nvPr/>
        </p:nvSpPr>
        <p:spPr>
          <a:xfrm>
            <a:off x="731520" y="2286000"/>
            <a:ext cx="7315200" cy="822960"/>
          </a:xfrm>
          <a:prstGeom prst="rect">
            <a:avLst/>
          </a:prstGeom>
          <a:noFill/>
          <a:ln/>
        </p:spPr>
        <p:txBody>
          <a:bodyPr wrap="square" lIns="0" tIns="0" rIns="0" bIns="0" rtlCol="0" anchor="ctr"/>
          <a:lstStyle/>
          <a:p>
            <a:pPr indent="0" marL="0">
              <a:buNone/>
            </a:pPr>
            <a:r>
              <a:rPr lang="en-US" sz="4000" dirty="0">
                <a:solidFill>
                  <a:srgbClr val="F472B6"/>
                </a:solidFill>
                <a:latin typeface="Arial Black" pitchFamily="34" charset="0"/>
                <a:ea typeface="Arial Black" pitchFamily="34" charset="-122"/>
                <a:cs typeface="Arial Black" pitchFamily="34" charset="-120"/>
              </a:rPr>
              <a:t>Questions?</a:t>
            </a:r>
            <a:endParaRPr lang="en-US" sz="4000" dirty="0"/>
          </a:p>
        </p:txBody>
      </p:sp>
      <p:sp>
        <p:nvSpPr>
          <p:cNvPr id="5" name="anim-3-347"/>
          <p:cNvSpPr txBox="1"/>
          <p:nvPr/>
        </p:nvSpPr>
        <p:spPr>
          <a:xfrm>
            <a:off x="731520" y="3611880"/>
            <a:ext cx="5486400" cy="411480"/>
          </a:xfrm>
          <a:prstGeom prst="rect">
            <a:avLst/>
          </a:prstGeom>
          <a:noFill/>
          <a:ln/>
        </p:spPr>
        <p:txBody>
          <a:bodyPr wrap="square" lIns="0" tIns="0" rIns="0" bIns="0" rtlCol="0" anchor="t"/>
          <a:lstStyle/>
          <a:p>
            <a:pPr indent="0" marL="0">
              <a:buNone/>
            </a:pPr>
            <a:r>
              <a:rPr lang="en-US" sz="2200" b="1" dirty="0">
                <a:solidFill>
                  <a:srgbClr val="F1F5F9"/>
                </a:solidFill>
                <a:latin typeface="Calibri" pitchFamily="34" charset="0"/>
                <a:ea typeface="Calibri" pitchFamily="34" charset="-122"/>
                <a:cs typeface="Calibri" pitchFamily="34" charset="-120"/>
              </a:rPr>
              <a:t>Sahil Lenka</a:t>
            </a:r>
            <a:endParaRPr lang="en-US" sz="2200" dirty="0"/>
          </a:p>
        </p:txBody>
      </p:sp>
      <p:sp>
        <p:nvSpPr>
          <p:cNvPr id="6" name="anim-3-348"/>
          <p:cNvSpPr txBox="1"/>
          <p:nvPr/>
        </p:nvSpPr>
        <p:spPr>
          <a:xfrm>
            <a:off x="731520" y="4069080"/>
            <a:ext cx="6400800" cy="32004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Reg. no. 2427010391  ·  B.Tech AIML, Section C</a:t>
            </a:r>
            <a:endParaRPr lang="en-US" sz="1500" dirty="0"/>
          </a:p>
        </p:txBody>
      </p:sp>
      <p:sp>
        <p:nvSpPr>
          <p:cNvPr id="7" name="anim-3-349"/>
          <p:cNvSpPr txBox="1"/>
          <p:nvPr/>
        </p:nvSpPr>
        <p:spPr>
          <a:xfrm>
            <a:off x="731520" y="4389120"/>
            <a:ext cx="6400800" cy="320040"/>
          </a:xfrm>
          <a:prstGeom prst="rect">
            <a:avLst/>
          </a:prstGeom>
          <a:noFill/>
          <a:ln/>
        </p:spPr>
        <p:txBody>
          <a:bodyPr wrap="square" lIns="0" tIns="0" rIns="0" bIns="0" rtlCol="0" anchor="t"/>
          <a:lstStyle/>
          <a:p>
            <a:pPr indent="0" marL="0">
              <a:buNone/>
            </a:pPr>
            <a:r>
              <a:rPr lang="en-US" sz="1500" dirty="0">
                <a:solidFill>
                  <a:srgbClr val="A3AED0"/>
                </a:solidFill>
                <a:latin typeface="Calibri" pitchFamily="34" charset="0"/>
                <a:ea typeface="Calibri" pitchFamily="34" charset="-122"/>
                <a:cs typeface="Calibri" pitchFamily="34" charset="-120"/>
              </a:rPr>
              <a:t>Manipal University Jaipur</a:t>
            </a:r>
            <a:endParaRPr lang="en-US" sz="1500" dirty="0"/>
          </a:p>
        </p:txBody>
      </p:sp>
      <p:sp>
        <p:nvSpPr>
          <p:cNvPr id="8" name="anim-4-350"/>
          <p:cNvSpPr txBox="1"/>
          <p:nvPr/>
        </p:nvSpPr>
        <p:spPr>
          <a:xfrm>
            <a:off x="731520" y="5074920"/>
            <a:ext cx="6583680" cy="822960"/>
          </a:xfrm>
          <a:prstGeom prst="rect">
            <a:avLst/>
          </a:prstGeom>
          <a:noFill/>
          <a:ln/>
        </p:spPr>
        <p:txBody>
          <a:bodyPr wrap="square" lIns="0" tIns="0" rIns="0" bIns="0" rtlCol="0" anchor="t"/>
          <a:lstStyle/>
          <a:p>
            <a:pPr indent="0" marL="0">
              <a:spcAft>
                <a:spcPts val="600"/>
              </a:spcAft>
              <a:buNone/>
            </a:pPr>
            <a:r>
              <a:rPr lang="en-US" sz="1600" b="1" dirty="0">
                <a:solidFill>
                  <a:srgbClr val="A3AED0"/>
                </a:solidFill>
                <a:latin typeface="Calibri" pitchFamily="34" charset="0"/>
                <a:ea typeface="Calibri" pitchFamily="34" charset="-122"/>
                <a:cs typeface="Calibri" pitchFamily="34" charset="-120"/>
              </a:rPr>
              <a:t>Live  </a:t>
            </a:r>
            <a:pPr indent="0" marL="0">
              <a:spcAft>
                <a:spcPts val="600"/>
              </a:spcAft>
              <a:buNone/>
            </a:pPr>
            <a:r>
              <a:rPr lang="en-US" sz="1600" u="sng" dirty="0">
                <a:solidFill>
                  <a:srgbClr val="A5B4FC"/>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campus-event-hub-lake.vercel.app</a:t>
            </a:r>
            <a:endParaRPr lang="en-US" sz="1600" dirty="0"/>
          </a:p>
          <a:p>
            <a:pPr indent="0" marL="0">
              <a:spcAft>
                <a:spcPts val="600"/>
              </a:spcAft>
              <a:buNone/>
            </a:pPr>
            <a:r>
              <a:rPr lang="en-US" sz="1600" b="1" dirty="0">
                <a:solidFill>
                  <a:srgbClr val="A3AED0"/>
                </a:solidFill>
                <a:latin typeface="Calibri" pitchFamily="34" charset="0"/>
                <a:ea typeface="Calibri" pitchFamily="34" charset="-122"/>
                <a:cs typeface="Calibri" pitchFamily="34" charset="-120"/>
              </a:rPr>
              <a:t>Code  </a:t>
            </a:r>
            <a:pPr indent="0" marL="0">
              <a:spcAft>
                <a:spcPts val="600"/>
              </a:spcAft>
              <a:buNone/>
            </a:pPr>
            <a:r>
              <a:rPr lang="en-US" sz="1600" u="sng" dirty="0">
                <a:solidFill>
                  <a:srgbClr val="A5B4FC"/>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github.com/Sahil-u07/campus-event-hub</a:t>
            </a:r>
            <a:endParaRPr lang="en-US" sz="1600" dirty="0"/>
          </a:p>
        </p:txBody>
      </p:sp>
      <p:sp>
        <p:nvSpPr>
          <p:cNvPr id="9" name="anim-5-351"/>
          <p:cNvSpPr/>
          <p:nvPr/>
        </p:nvSpPr>
        <p:spPr>
          <a:xfrm>
            <a:off x="7863840" y="1097280"/>
            <a:ext cx="3703320" cy="4663440"/>
          </a:xfrm>
          <a:prstGeom prst="roundRect">
            <a:avLst>
              <a:gd name="adj" fmla="val 3457"/>
            </a:avLst>
          </a:prstGeom>
          <a:solidFill>
            <a:srgbClr val="0B0B1A">
              <a:alpha val="75000"/>
            </a:srgbClr>
          </a:solidFill>
          <a:ln w="9525">
            <a:solidFill>
              <a:srgbClr val="34345E"/>
            </a:solidFill>
            <a:prstDash val="solid"/>
          </a:ln>
        </p:spPr>
      </p:sp>
      <p:sp>
        <p:nvSpPr>
          <p:cNvPr id="10" name="anim-5-352"/>
          <p:cNvSpPr txBox="1"/>
          <p:nvPr/>
        </p:nvSpPr>
        <p:spPr>
          <a:xfrm>
            <a:off x="8183880" y="1325880"/>
            <a:ext cx="3108960" cy="411480"/>
          </a:xfrm>
          <a:prstGeom prst="rect">
            <a:avLst/>
          </a:prstGeom>
          <a:noFill/>
          <a:ln/>
        </p:spPr>
        <p:txBody>
          <a:bodyPr wrap="square" lIns="0" tIns="0" rIns="0" bIns="0" rtlCol="0" anchor="t"/>
          <a:lstStyle/>
          <a:p>
            <a:pPr indent="0" marL="0">
              <a:buNone/>
            </a:pPr>
            <a:r>
              <a:rPr lang="en-US" sz="2000" b="1" dirty="0">
                <a:solidFill>
                  <a:srgbClr val="F1F5F9"/>
                </a:solidFill>
                <a:latin typeface="Calibri" pitchFamily="34" charset="0"/>
                <a:ea typeface="Calibri" pitchFamily="34" charset="-122"/>
                <a:cs typeface="Calibri" pitchFamily="34" charset="-120"/>
              </a:rPr>
              <a:t>What is next</a:t>
            </a:r>
            <a:endParaRPr lang="en-US" sz="2000" dirty="0"/>
          </a:p>
        </p:txBody>
      </p:sp>
      <p:sp>
        <p:nvSpPr>
          <p:cNvPr id="11" name="anim-6-353"/>
          <p:cNvSpPr/>
          <p:nvPr/>
        </p:nvSpPr>
        <p:spPr>
          <a:xfrm>
            <a:off x="8183880" y="1965960"/>
            <a:ext cx="3063240" cy="1005840"/>
          </a:xfrm>
          <a:prstGeom prst="roundRect">
            <a:avLst>
              <a:gd name="adj" fmla="val 10909"/>
            </a:avLst>
          </a:prstGeom>
          <a:solidFill>
            <a:srgbClr val="1B1B38"/>
          </a:solidFill>
          <a:ln w="12700">
            <a:solidFill>
              <a:srgbClr val="34345E"/>
            </a:solidFill>
            <a:prstDash val="solid"/>
          </a:ln>
        </p:spPr>
      </p:sp>
      <p:sp>
        <p:nvSpPr>
          <p:cNvPr id="12" name="anim-6-354"/>
          <p:cNvSpPr txBox="1"/>
          <p:nvPr/>
        </p:nvSpPr>
        <p:spPr>
          <a:xfrm>
            <a:off x="8366760" y="2103120"/>
            <a:ext cx="2743200" cy="365760"/>
          </a:xfrm>
          <a:prstGeom prst="rect">
            <a:avLst/>
          </a:prstGeom>
          <a:noFill/>
          <a:ln/>
        </p:spPr>
        <p:txBody>
          <a:bodyPr wrap="square" lIns="0" tIns="0" rIns="0" bIns="0" rtlCol="0" anchor="t"/>
          <a:lstStyle/>
          <a:p>
            <a:pPr indent="0" marL="0">
              <a:buNone/>
            </a:pPr>
            <a:r>
              <a:rPr lang="en-US" sz="1600" b="1" dirty="0">
                <a:solidFill>
                  <a:srgbClr val="F1F5F9"/>
                </a:solidFill>
                <a:latin typeface="Calibri" pitchFamily="34" charset="0"/>
                <a:ea typeface="Calibri" pitchFamily="34" charset="-122"/>
                <a:cs typeface="Calibri" pitchFamily="34" charset="-120"/>
              </a:rPr>
              <a:t>Email on the live site</a:t>
            </a:r>
            <a:endParaRPr lang="en-US" sz="1600" dirty="0"/>
          </a:p>
        </p:txBody>
      </p:sp>
      <p:sp>
        <p:nvSpPr>
          <p:cNvPr id="13" name="anim-6-355"/>
          <p:cNvSpPr txBox="1"/>
          <p:nvPr/>
        </p:nvSpPr>
        <p:spPr>
          <a:xfrm>
            <a:off x="8366760" y="2496312"/>
            <a:ext cx="2743200" cy="36576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needs mail settings added</a:t>
            </a:r>
            <a:endParaRPr lang="en-US" sz="1400" dirty="0"/>
          </a:p>
        </p:txBody>
      </p:sp>
      <p:sp>
        <p:nvSpPr>
          <p:cNvPr id="14" name="anim-7-356"/>
          <p:cNvSpPr/>
          <p:nvPr/>
        </p:nvSpPr>
        <p:spPr>
          <a:xfrm>
            <a:off x="8183880" y="3154680"/>
            <a:ext cx="3063240" cy="1005840"/>
          </a:xfrm>
          <a:prstGeom prst="roundRect">
            <a:avLst>
              <a:gd name="adj" fmla="val 10909"/>
            </a:avLst>
          </a:prstGeom>
          <a:solidFill>
            <a:srgbClr val="1B1B38"/>
          </a:solidFill>
          <a:ln w="12700">
            <a:solidFill>
              <a:srgbClr val="34345E"/>
            </a:solidFill>
            <a:prstDash val="solid"/>
          </a:ln>
        </p:spPr>
      </p:sp>
      <p:sp>
        <p:nvSpPr>
          <p:cNvPr id="15" name="anim-7-357"/>
          <p:cNvSpPr txBox="1"/>
          <p:nvPr/>
        </p:nvSpPr>
        <p:spPr>
          <a:xfrm>
            <a:off x="8366760" y="3291840"/>
            <a:ext cx="2743200" cy="365760"/>
          </a:xfrm>
          <a:prstGeom prst="rect">
            <a:avLst/>
          </a:prstGeom>
          <a:noFill/>
          <a:ln/>
        </p:spPr>
        <p:txBody>
          <a:bodyPr wrap="square" lIns="0" tIns="0" rIns="0" bIns="0" rtlCol="0" anchor="t"/>
          <a:lstStyle/>
          <a:p>
            <a:pPr indent="0" marL="0">
              <a:buNone/>
            </a:pPr>
            <a:r>
              <a:rPr lang="en-US" sz="1600" b="1" dirty="0">
                <a:solidFill>
                  <a:srgbClr val="F1F5F9"/>
                </a:solidFill>
                <a:latin typeface="Calibri" pitchFamily="34" charset="0"/>
                <a:ea typeface="Calibri" pitchFamily="34" charset="-122"/>
                <a:cs typeface="Calibri" pitchFamily="34" charset="-120"/>
              </a:rPr>
              <a:t>Poster images</a:t>
            </a:r>
            <a:endParaRPr lang="en-US" sz="1600" dirty="0"/>
          </a:p>
        </p:txBody>
      </p:sp>
      <p:sp>
        <p:nvSpPr>
          <p:cNvPr id="16" name="anim-7-358"/>
          <p:cNvSpPr txBox="1"/>
          <p:nvPr/>
        </p:nvSpPr>
        <p:spPr>
          <a:xfrm>
            <a:off x="8366760" y="3685032"/>
            <a:ext cx="2743200" cy="36576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needs cloud file storage</a:t>
            </a:r>
            <a:endParaRPr lang="en-US" sz="1400" dirty="0"/>
          </a:p>
        </p:txBody>
      </p:sp>
      <p:sp>
        <p:nvSpPr>
          <p:cNvPr id="17" name="anim-8-359"/>
          <p:cNvSpPr/>
          <p:nvPr/>
        </p:nvSpPr>
        <p:spPr>
          <a:xfrm>
            <a:off x="8183880" y="4343400"/>
            <a:ext cx="3063240" cy="1005840"/>
          </a:xfrm>
          <a:prstGeom prst="roundRect">
            <a:avLst>
              <a:gd name="adj" fmla="val 10909"/>
            </a:avLst>
          </a:prstGeom>
          <a:solidFill>
            <a:srgbClr val="1B1B38"/>
          </a:solidFill>
          <a:ln w="12700">
            <a:solidFill>
              <a:srgbClr val="34345E"/>
            </a:solidFill>
            <a:prstDash val="solid"/>
          </a:ln>
        </p:spPr>
      </p:sp>
      <p:sp>
        <p:nvSpPr>
          <p:cNvPr id="18" name="anim-8-360"/>
          <p:cNvSpPr txBox="1"/>
          <p:nvPr/>
        </p:nvSpPr>
        <p:spPr>
          <a:xfrm>
            <a:off x="8366760" y="4480560"/>
            <a:ext cx="2743200" cy="365760"/>
          </a:xfrm>
          <a:prstGeom prst="rect">
            <a:avLst/>
          </a:prstGeom>
          <a:noFill/>
          <a:ln/>
        </p:spPr>
        <p:txBody>
          <a:bodyPr wrap="square" lIns="0" tIns="0" rIns="0" bIns="0" rtlCol="0" anchor="t"/>
          <a:lstStyle/>
          <a:p>
            <a:pPr indent="0" marL="0">
              <a:buNone/>
            </a:pPr>
            <a:r>
              <a:rPr lang="en-US" sz="1600" b="1" dirty="0">
                <a:solidFill>
                  <a:srgbClr val="F1F5F9"/>
                </a:solidFill>
                <a:latin typeface="Calibri" pitchFamily="34" charset="0"/>
                <a:ea typeface="Calibri" pitchFamily="34" charset="-122"/>
                <a:cs typeface="Calibri" pitchFamily="34" charset="-120"/>
              </a:rPr>
              <a:t>MySQL end to end</a:t>
            </a:r>
            <a:endParaRPr lang="en-US" sz="1600" dirty="0"/>
          </a:p>
        </p:txBody>
      </p:sp>
      <p:sp>
        <p:nvSpPr>
          <p:cNvPr id="19" name="anim-8-361"/>
          <p:cNvSpPr txBox="1"/>
          <p:nvPr/>
        </p:nvSpPr>
        <p:spPr>
          <a:xfrm>
            <a:off x="8366760" y="4873752"/>
            <a:ext cx="2743200" cy="365760"/>
          </a:xfrm>
          <a:prstGeom prst="rect">
            <a:avLst/>
          </a:prstGeom>
          <a:noFill/>
          <a:ln/>
        </p:spPr>
        <p:txBody>
          <a:bodyPr wrap="square" lIns="0" tIns="0" rIns="0" bIns="0" rtlCol="0" anchor="t"/>
          <a:lstStyle/>
          <a:p>
            <a:pPr indent="0" marL="0">
              <a:buNone/>
            </a:pPr>
            <a:r>
              <a:rPr lang="en-US" sz="1400" dirty="0">
                <a:solidFill>
                  <a:srgbClr val="A3AED0"/>
                </a:solidFill>
                <a:latin typeface="Calibri" pitchFamily="34" charset="0"/>
                <a:ea typeface="Calibri" pitchFamily="34" charset="-122"/>
                <a:cs typeface="Calibri" pitchFamily="34" charset="-120"/>
              </a:rPr>
              <a:t>a full test run on MySQL</a:t>
            </a:r>
            <a:endParaRPr lang="en-US" sz="1400" dirty="0"/>
          </a:p>
        </p:txBody>
      </p:sp>
    </p:spTree>
  </p:cSld>
  <p:clrMapOvr>
    <a:masterClrMapping/>
  </p:clrMapOvr>
  <mc:AlternateContent xmlns:mc="http://schemas.openxmlformats.org/markup-compatibility/2006">
    <mc:Choice xmlns:p14="http://schemas.microsoft.com/office/powerpoint/2010/main" xmlns:p15="http://schemas.microsoft.com/office/powerpoint/2012/main" Requires="p15">
      <p:transition spd="slow" p14:dur="2500">
        <p15:prstTrans prst="curtains"/>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anim calcmode="lin" valueType="num">
                                      <p:cBhvr>
                                        <p:cTn id="8" dur="550" decel="100000" fill="hold"/>
                                        <p:tgtEl>
                                          <p:spTgt spid="3"/>
                                        </p:tgtEl>
                                        <p:attrNameLst>
                                          <p:attrName>ppt_x</p:attrName>
                                        </p:attrNameLst>
                                      </p:cBhvr>
                                      <p:tavLst>
                                        <p:tav tm="0">
                                          <p:val>
                                            <p:strVal val="#ppt_x"/>
                                          </p:val>
                                        </p:tav>
                                        <p:tav tm="100000">
                                          <p:val>
                                            <p:strVal val="#ppt_x"/>
                                          </p:val>
                                        </p:tav>
                                      </p:tavLst>
                                    </p:anim>
                                    <p:anim calcmode="lin" valueType="num">
                                      <p:cBhvr>
                                        <p:cTn id="9" dur="550" decel="100000" fill="hold"/>
                                        <p:tgtEl>
                                          <p:spTgt spid="3"/>
                                        </p:tgtEl>
                                        <p:attrNameLst>
                                          <p:attrName>ppt_y</p:attrName>
                                        </p:attrNameLst>
                                      </p:cBhvr>
                                      <p:tavLst>
                                        <p:tav tm="0">
                                          <p:val>
                                            <p:strVal val="#ppt_y+.035"/>
                                          </p:val>
                                        </p:tav>
                                        <p:tav tm="100000">
                                          <p:val>
                                            <p:strVal val="#ppt_y"/>
                                          </p:val>
                                        </p:tav>
                                      </p:tavLst>
                                    </p:anim>
                                  </p:childTnLst>
                                </p:cTn>
                              </p:par>
                              <p:par>
                                <p:cTn id="10" presetID="42" presetClass="entr" presetSubtype="0" fill="hold" grpId="0" nodeType="withEffect">
                                  <p:stCondLst>
                                    <p:cond delay="47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p:cTn id="13" dur="550" decel="100000" fill="hold"/>
                                        <p:tgtEl>
                                          <p:spTgt spid="4"/>
                                        </p:tgtEl>
                                        <p:attrNameLst>
                                          <p:attrName>ppt_x</p:attrName>
                                        </p:attrNameLst>
                                      </p:cBhvr>
                                      <p:tavLst>
                                        <p:tav tm="0">
                                          <p:val>
                                            <p:strVal val="#ppt_x"/>
                                          </p:val>
                                        </p:tav>
                                        <p:tav tm="100000">
                                          <p:val>
                                            <p:strVal val="#ppt_x"/>
                                          </p:val>
                                        </p:tav>
                                      </p:tavLst>
                                    </p:anim>
                                    <p:anim calcmode="lin" valueType="num">
                                      <p:cBhvr>
                                        <p:cTn id="14" dur="550" decel="100000" fill="hold"/>
                                        <p:tgtEl>
                                          <p:spTgt spid="4"/>
                                        </p:tgtEl>
                                        <p:attrNameLst>
                                          <p:attrName>ppt_y</p:attrName>
                                        </p:attrNameLst>
                                      </p:cBhvr>
                                      <p:tavLst>
                                        <p:tav tm="0">
                                          <p:val>
                                            <p:strVal val="#ppt_y+.035"/>
                                          </p:val>
                                        </p:tav>
                                        <p:tav tm="100000">
                                          <p:val>
                                            <p:strVal val="#ppt_y"/>
                                          </p:val>
                                        </p:tav>
                                      </p:tavLst>
                                    </p:anim>
                                  </p:childTnLst>
                                </p:cTn>
                              </p:par>
                              <p:par>
                                <p:cTn id="15" presetID="42" presetClass="entr" presetSubtype="0" fill="hold" grpId="0" nodeType="withEffect">
                                  <p:stCondLst>
                                    <p:cond delay="69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50"/>
                                        <p:tgtEl>
                                          <p:spTgt spid="5"/>
                                        </p:tgtEl>
                                      </p:cBhvr>
                                    </p:animEffect>
                                    <p:anim calcmode="lin" valueType="num">
                                      <p:cBhvr>
                                        <p:cTn id="18" dur="550" decel="100000" fill="hold"/>
                                        <p:tgtEl>
                                          <p:spTgt spid="5"/>
                                        </p:tgtEl>
                                        <p:attrNameLst>
                                          <p:attrName>ppt_x</p:attrName>
                                        </p:attrNameLst>
                                      </p:cBhvr>
                                      <p:tavLst>
                                        <p:tav tm="0">
                                          <p:val>
                                            <p:strVal val="#ppt_x"/>
                                          </p:val>
                                        </p:tav>
                                        <p:tav tm="100000">
                                          <p:val>
                                            <p:strVal val="#ppt_x"/>
                                          </p:val>
                                        </p:tav>
                                      </p:tavLst>
                                    </p:anim>
                                    <p:anim calcmode="lin" valueType="num">
                                      <p:cBhvr>
                                        <p:cTn id="19" dur="550" decel="100000" fill="hold"/>
                                        <p:tgtEl>
                                          <p:spTgt spid="5"/>
                                        </p:tgtEl>
                                        <p:attrNameLst>
                                          <p:attrName>ppt_y</p:attrName>
                                        </p:attrNameLst>
                                      </p:cBhvr>
                                      <p:tavLst>
                                        <p:tav tm="0">
                                          <p:val>
                                            <p:strVal val="#ppt_y+.035"/>
                                          </p:val>
                                        </p:tav>
                                        <p:tav tm="100000">
                                          <p:val>
                                            <p:strVal val="#ppt_y"/>
                                          </p:val>
                                        </p:tav>
                                      </p:tavLst>
                                    </p:anim>
                                  </p:childTnLst>
                                </p:cTn>
                              </p:par>
                              <p:par>
                                <p:cTn id="20" presetID="42" presetClass="entr" presetSubtype="0" fill="hold" grpId="0" nodeType="withEffect">
                                  <p:stCondLst>
                                    <p:cond delay="69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50"/>
                                        <p:tgtEl>
                                          <p:spTgt spid="6"/>
                                        </p:tgtEl>
                                      </p:cBhvr>
                                    </p:animEffect>
                                    <p:anim calcmode="lin" valueType="num">
                                      <p:cBhvr>
                                        <p:cTn id="23" dur="550" decel="100000" fill="hold"/>
                                        <p:tgtEl>
                                          <p:spTgt spid="6"/>
                                        </p:tgtEl>
                                        <p:attrNameLst>
                                          <p:attrName>ppt_x</p:attrName>
                                        </p:attrNameLst>
                                      </p:cBhvr>
                                      <p:tavLst>
                                        <p:tav tm="0">
                                          <p:val>
                                            <p:strVal val="#ppt_x"/>
                                          </p:val>
                                        </p:tav>
                                        <p:tav tm="100000">
                                          <p:val>
                                            <p:strVal val="#ppt_x"/>
                                          </p:val>
                                        </p:tav>
                                      </p:tavLst>
                                    </p:anim>
                                    <p:anim calcmode="lin" valueType="num">
                                      <p:cBhvr>
                                        <p:cTn id="24" dur="550" decel="100000" fill="hold"/>
                                        <p:tgtEl>
                                          <p:spTgt spid="6"/>
                                        </p:tgtEl>
                                        <p:attrNameLst>
                                          <p:attrName>ppt_y</p:attrName>
                                        </p:attrNameLst>
                                      </p:cBhvr>
                                      <p:tavLst>
                                        <p:tav tm="0">
                                          <p:val>
                                            <p:strVal val="#ppt_y+.035"/>
                                          </p:val>
                                        </p:tav>
                                        <p:tav tm="100000">
                                          <p:val>
                                            <p:strVal val="#ppt_y"/>
                                          </p:val>
                                        </p:tav>
                                      </p:tavLst>
                                    </p:anim>
                                  </p:childTnLst>
                                </p:cTn>
                              </p:par>
                              <p:par>
                                <p:cTn id="25" presetID="42" presetClass="entr" presetSubtype="0" fill="hold" grpId="0" nodeType="withEffect">
                                  <p:stCondLst>
                                    <p:cond delay="69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50"/>
                                        <p:tgtEl>
                                          <p:spTgt spid="7"/>
                                        </p:tgtEl>
                                      </p:cBhvr>
                                    </p:animEffect>
                                    <p:anim calcmode="lin" valueType="num">
                                      <p:cBhvr>
                                        <p:cTn id="28" dur="550" decel="100000" fill="hold"/>
                                        <p:tgtEl>
                                          <p:spTgt spid="7"/>
                                        </p:tgtEl>
                                        <p:attrNameLst>
                                          <p:attrName>ppt_x</p:attrName>
                                        </p:attrNameLst>
                                      </p:cBhvr>
                                      <p:tavLst>
                                        <p:tav tm="0">
                                          <p:val>
                                            <p:strVal val="#ppt_x"/>
                                          </p:val>
                                        </p:tav>
                                        <p:tav tm="100000">
                                          <p:val>
                                            <p:strVal val="#ppt_x"/>
                                          </p:val>
                                        </p:tav>
                                      </p:tavLst>
                                    </p:anim>
                                    <p:anim calcmode="lin" valueType="num">
                                      <p:cBhvr>
                                        <p:cTn id="29" dur="550" decel="100000" fill="hold"/>
                                        <p:tgtEl>
                                          <p:spTgt spid="7"/>
                                        </p:tgtEl>
                                        <p:attrNameLst>
                                          <p:attrName>ppt_y</p:attrName>
                                        </p:attrNameLst>
                                      </p:cBhvr>
                                      <p:tavLst>
                                        <p:tav tm="0">
                                          <p:val>
                                            <p:strVal val="#ppt_y+.035"/>
                                          </p:val>
                                        </p:tav>
                                        <p:tav tm="100000">
                                          <p:val>
                                            <p:strVal val="#ppt_y"/>
                                          </p:val>
                                        </p:tav>
                                      </p:tavLst>
                                    </p:anim>
                                  </p:childTnLst>
                                </p:cTn>
                              </p:par>
                              <p:par>
                                <p:cTn id="30" presetID="42" presetClass="entr" presetSubtype="0" fill="hold" grpId="0" nodeType="withEffect">
                                  <p:stCondLst>
                                    <p:cond delay="91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50"/>
                                        <p:tgtEl>
                                          <p:spTgt spid="8"/>
                                        </p:tgtEl>
                                      </p:cBhvr>
                                    </p:animEffect>
                                    <p:anim calcmode="lin" valueType="num">
                                      <p:cBhvr>
                                        <p:cTn id="33" dur="550" decel="100000" fill="hold"/>
                                        <p:tgtEl>
                                          <p:spTgt spid="8"/>
                                        </p:tgtEl>
                                        <p:attrNameLst>
                                          <p:attrName>ppt_x</p:attrName>
                                        </p:attrNameLst>
                                      </p:cBhvr>
                                      <p:tavLst>
                                        <p:tav tm="0">
                                          <p:val>
                                            <p:strVal val="#ppt_x"/>
                                          </p:val>
                                        </p:tav>
                                        <p:tav tm="100000">
                                          <p:val>
                                            <p:strVal val="#ppt_x"/>
                                          </p:val>
                                        </p:tav>
                                      </p:tavLst>
                                    </p:anim>
                                    <p:anim calcmode="lin" valueType="num">
                                      <p:cBhvr>
                                        <p:cTn id="34" dur="550" decel="100000" fill="hold"/>
                                        <p:tgtEl>
                                          <p:spTgt spid="8"/>
                                        </p:tgtEl>
                                        <p:attrNameLst>
                                          <p:attrName>ppt_y</p:attrName>
                                        </p:attrNameLst>
                                      </p:cBhvr>
                                      <p:tavLst>
                                        <p:tav tm="0">
                                          <p:val>
                                            <p:strVal val="#ppt_y+.035"/>
                                          </p:val>
                                        </p:tav>
                                        <p:tav tm="100000">
                                          <p:val>
                                            <p:strVal val="#ppt_y"/>
                                          </p:val>
                                        </p:tav>
                                      </p:tavLst>
                                    </p:anim>
                                  </p:childTnLst>
                                </p:cTn>
                              </p:par>
                              <p:par>
                                <p:cTn id="35" presetID="42" presetClass="entr" presetSubtype="0" fill="hold" grpId="0" nodeType="withEffect">
                                  <p:stCondLst>
                                    <p:cond delay="113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50"/>
                                        <p:tgtEl>
                                          <p:spTgt spid="9"/>
                                        </p:tgtEl>
                                      </p:cBhvr>
                                    </p:animEffect>
                                    <p:anim calcmode="lin" valueType="num">
                                      <p:cBhvr>
                                        <p:cTn id="38" dur="550" decel="100000" fill="hold"/>
                                        <p:tgtEl>
                                          <p:spTgt spid="9"/>
                                        </p:tgtEl>
                                        <p:attrNameLst>
                                          <p:attrName>ppt_x</p:attrName>
                                        </p:attrNameLst>
                                      </p:cBhvr>
                                      <p:tavLst>
                                        <p:tav tm="0">
                                          <p:val>
                                            <p:strVal val="#ppt_x"/>
                                          </p:val>
                                        </p:tav>
                                        <p:tav tm="100000">
                                          <p:val>
                                            <p:strVal val="#ppt_x"/>
                                          </p:val>
                                        </p:tav>
                                      </p:tavLst>
                                    </p:anim>
                                    <p:anim calcmode="lin" valueType="num">
                                      <p:cBhvr>
                                        <p:cTn id="39" dur="550" decel="100000" fill="hold"/>
                                        <p:tgtEl>
                                          <p:spTgt spid="9"/>
                                        </p:tgtEl>
                                        <p:attrNameLst>
                                          <p:attrName>ppt_y</p:attrName>
                                        </p:attrNameLst>
                                      </p:cBhvr>
                                      <p:tavLst>
                                        <p:tav tm="0">
                                          <p:val>
                                            <p:strVal val="#ppt_y+.035"/>
                                          </p:val>
                                        </p:tav>
                                        <p:tav tm="100000">
                                          <p:val>
                                            <p:strVal val="#ppt_y"/>
                                          </p:val>
                                        </p:tav>
                                      </p:tavLst>
                                    </p:anim>
                                  </p:childTnLst>
                                </p:cTn>
                              </p:par>
                              <p:par>
                                <p:cTn id="40" presetID="42" presetClass="entr" presetSubtype="0" fill="hold" grpId="0" nodeType="withEffect">
                                  <p:stCondLst>
                                    <p:cond delay="113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50"/>
                                        <p:tgtEl>
                                          <p:spTgt spid="10"/>
                                        </p:tgtEl>
                                      </p:cBhvr>
                                    </p:animEffect>
                                    <p:anim calcmode="lin" valueType="num">
                                      <p:cBhvr>
                                        <p:cTn id="43" dur="550" decel="100000" fill="hold"/>
                                        <p:tgtEl>
                                          <p:spTgt spid="10"/>
                                        </p:tgtEl>
                                        <p:attrNameLst>
                                          <p:attrName>ppt_x</p:attrName>
                                        </p:attrNameLst>
                                      </p:cBhvr>
                                      <p:tavLst>
                                        <p:tav tm="0">
                                          <p:val>
                                            <p:strVal val="#ppt_x"/>
                                          </p:val>
                                        </p:tav>
                                        <p:tav tm="100000">
                                          <p:val>
                                            <p:strVal val="#ppt_x"/>
                                          </p:val>
                                        </p:tav>
                                      </p:tavLst>
                                    </p:anim>
                                    <p:anim calcmode="lin" valueType="num">
                                      <p:cBhvr>
                                        <p:cTn id="44" dur="550" decel="100000" fill="hold"/>
                                        <p:tgtEl>
                                          <p:spTgt spid="10"/>
                                        </p:tgtEl>
                                        <p:attrNameLst>
                                          <p:attrName>ppt_y</p:attrName>
                                        </p:attrNameLst>
                                      </p:cBhvr>
                                      <p:tavLst>
                                        <p:tav tm="0">
                                          <p:val>
                                            <p:strVal val="#ppt_y+.035"/>
                                          </p:val>
                                        </p:tav>
                                        <p:tav tm="100000">
                                          <p:val>
                                            <p:strVal val="#ppt_y"/>
                                          </p:val>
                                        </p:tav>
                                      </p:tavLst>
                                    </p:anim>
                                  </p:childTnLst>
                                </p:cTn>
                              </p:par>
                              <p:par>
                                <p:cTn id="45" presetID="42" presetClass="entr" presetSubtype="0" fill="hold" grpId="0" nodeType="withEffect">
                                  <p:stCondLst>
                                    <p:cond delay="135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50"/>
                                        <p:tgtEl>
                                          <p:spTgt spid="11"/>
                                        </p:tgtEl>
                                      </p:cBhvr>
                                    </p:animEffect>
                                    <p:anim calcmode="lin" valueType="num">
                                      <p:cBhvr>
                                        <p:cTn id="48" dur="550" decel="100000" fill="hold"/>
                                        <p:tgtEl>
                                          <p:spTgt spid="11"/>
                                        </p:tgtEl>
                                        <p:attrNameLst>
                                          <p:attrName>ppt_x</p:attrName>
                                        </p:attrNameLst>
                                      </p:cBhvr>
                                      <p:tavLst>
                                        <p:tav tm="0">
                                          <p:val>
                                            <p:strVal val="#ppt_x"/>
                                          </p:val>
                                        </p:tav>
                                        <p:tav tm="100000">
                                          <p:val>
                                            <p:strVal val="#ppt_x"/>
                                          </p:val>
                                        </p:tav>
                                      </p:tavLst>
                                    </p:anim>
                                    <p:anim calcmode="lin" valueType="num">
                                      <p:cBhvr>
                                        <p:cTn id="49" dur="550" decel="100000" fill="hold"/>
                                        <p:tgtEl>
                                          <p:spTgt spid="11"/>
                                        </p:tgtEl>
                                        <p:attrNameLst>
                                          <p:attrName>ppt_y</p:attrName>
                                        </p:attrNameLst>
                                      </p:cBhvr>
                                      <p:tavLst>
                                        <p:tav tm="0">
                                          <p:val>
                                            <p:strVal val="#ppt_y+.035"/>
                                          </p:val>
                                        </p:tav>
                                        <p:tav tm="100000">
                                          <p:val>
                                            <p:strVal val="#ppt_y"/>
                                          </p:val>
                                        </p:tav>
                                      </p:tavLst>
                                    </p:anim>
                                  </p:childTnLst>
                                </p:cTn>
                              </p:par>
                              <p:par>
                                <p:cTn id="50" presetID="42" presetClass="entr" presetSubtype="0" fill="hold" grpId="0" nodeType="withEffect">
                                  <p:stCondLst>
                                    <p:cond delay="135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50"/>
                                        <p:tgtEl>
                                          <p:spTgt spid="12"/>
                                        </p:tgtEl>
                                      </p:cBhvr>
                                    </p:animEffect>
                                    <p:anim calcmode="lin" valueType="num">
                                      <p:cBhvr>
                                        <p:cTn id="53" dur="550" decel="100000" fill="hold"/>
                                        <p:tgtEl>
                                          <p:spTgt spid="12"/>
                                        </p:tgtEl>
                                        <p:attrNameLst>
                                          <p:attrName>ppt_x</p:attrName>
                                        </p:attrNameLst>
                                      </p:cBhvr>
                                      <p:tavLst>
                                        <p:tav tm="0">
                                          <p:val>
                                            <p:strVal val="#ppt_x"/>
                                          </p:val>
                                        </p:tav>
                                        <p:tav tm="100000">
                                          <p:val>
                                            <p:strVal val="#ppt_x"/>
                                          </p:val>
                                        </p:tav>
                                      </p:tavLst>
                                    </p:anim>
                                    <p:anim calcmode="lin" valueType="num">
                                      <p:cBhvr>
                                        <p:cTn id="54" dur="550" decel="100000" fill="hold"/>
                                        <p:tgtEl>
                                          <p:spTgt spid="12"/>
                                        </p:tgtEl>
                                        <p:attrNameLst>
                                          <p:attrName>ppt_y</p:attrName>
                                        </p:attrNameLst>
                                      </p:cBhvr>
                                      <p:tavLst>
                                        <p:tav tm="0">
                                          <p:val>
                                            <p:strVal val="#ppt_y+.035"/>
                                          </p:val>
                                        </p:tav>
                                        <p:tav tm="100000">
                                          <p:val>
                                            <p:strVal val="#ppt_y"/>
                                          </p:val>
                                        </p:tav>
                                      </p:tavLst>
                                    </p:anim>
                                  </p:childTnLst>
                                </p:cTn>
                              </p:par>
                              <p:par>
                                <p:cTn id="55" presetID="42" presetClass="entr" presetSubtype="0" fill="hold" grpId="0" nodeType="withEffect">
                                  <p:stCondLst>
                                    <p:cond delay="135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50"/>
                                        <p:tgtEl>
                                          <p:spTgt spid="13"/>
                                        </p:tgtEl>
                                      </p:cBhvr>
                                    </p:animEffect>
                                    <p:anim calcmode="lin" valueType="num">
                                      <p:cBhvr>
                                        <p:cTn id="58" dur="550" decel="100000" fill="hold"/>
                                        <p:tgtEl>
                                          <p:spTgt spid="13"/>
                                        </p:tgtEl>
                                        <p:attrNameLst>
                                          <p:attrName>ppt_x</p:attrName>
                                        </p:attrNameLst>
                                      </p:cBhvr>
                                      <p:tavLst>
                                        <p:tav tm="0">
                                          <p:val>
                                            <p:strVal val="#ppt_x"/>
                                          </p:val>
                                        </p:tav>
                                        <p:tav tm="100000">
                                          <p:val>
                                            <p:strVal val="#ppt_x"/>
                                          </p:val>
                                        </p:tav>
                                      </p:tavLst>
                                    </p:anim>
                                    <p:anim calcmode="lin" valueType="num">
                                      <p:cBhvr>
                                        <p:cTn id="59" dur="550" decel="100000" fill="hold"/>
                                        <p:tgtEl>
                                          <p:spTgt spid="13"/>
                                        </p:tgtEl>
                                        <p:attrNameLst>
                                          <p:attrName>ppt_y</p:attrName>
                                        </p:attrNameLst>
                                      </p:cBhvr>
                                      <p:tavLst>
                                        <p:tav tm="0">
                                          <p:val>
                                            <p:strVal val="#ppt_y+.035"/>
                                          </p:val>
                                        </p:tav>
                                        <p:tav tm="100000">
                                          <p:val>
                                            <p:strVal val="#ppt_y"/>
                                          </p:val>
                                        </p:tav>
                                      </p:tavLst>
                                    </p:anim>
                                  </p:childTnLst>
                                </p:cTn>
                              </p:par>
                              <p:par>
                                <p:cTn id="60" presetID="42" presetClass="entr" presetSubtype="0" fill="hold" grpId="0" nodeType="withEffect">
                                  <p:stCondLst>
                                    <p:cond delay="157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50"/>
                                        <p:tgtEl>
                                          <p:spTgt spid="14"/>
                                        </p:tgtEl>
                                      </p:cBhvr>
                                    </p:animEffect>
                                    <p:anim calcmode="lin" valueType="num">
                                      <p:cBhvr>
                                        <p:cTn id="63" dur="550" decel="100000" fill="hold"/>
                                        <p:tgtEl>
                                          <p:spTgt spid="14"/>
                                        </p:tgtEl>
                                        <p:attrNameLst>
                                          <p:attrName>ppt_x</p:attrName>
                                        </p:attrNameLst>
                                      </p:cBhvr>
                                      <p:tavLst>
                                        <p:tav tm="0">
                                          <p:val>
                                            <p:strVal val="#ppt_x"/>
                                          </p:val>
                                        </p:tav>
                                        <p:tav tm="100000">
                                          <p:val>
                                            <p:strVal val="#ppt_x"/>
                                          </p:val>
                                        </p:tav>
                                      </p:tavLst>
                                    </p:anim>
                                    <p:anim calcmode="lin" valueType="num">
                                      <p:cBhvr>
                                        <p:cTn id="64" dur="550" decel="100000" fill="hold"/>
                                        <p:tgtEl>
                                          <p:spTgt spid="14"/>
                                        </p:tgtEl>
                                        <p:attrNameLst>
                                          <p:attrName>ppt_y</p:attrName>
                                        </p:attrNameLst>
                                      </p:cBhvr>
                                      <p:tavLst>
                                        <p:tav tm="0">
                                          <p:val>
                                            <p:strVal val="#ppt_y+.035"/>
                                          </p:val>
                                        </p:tav>
                                        <p:tav tm="100000">
                                          <p:val>
                                            <p:strVal val="#ppt_y"/>
                                          </p:val>
                                        </p:tav>
                                      </p:tavLst>
                                    </p:anim>
                                  </p:childTnLst>
                                </p:cTn>
                              </p:par>
                              <p:par>
                                <p:cTn id="65" presetID="42" presetClass="entr" presetSubtype="0" fill="hold" grpId="0" nodeType="withEffect">
                                  <p:stCondLst>
                                    <p:cond delay="157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550"/>
                                        <p:tgtEl>
                                          <p:spTgt spid="15"/>
                                        </p:tgtEl>
                                      </p:cBhvr>
                                    </p:animEffect>
                                    <p:anim calcmode="lin" valueType="num">
                                      <p:cBhvr>
                                        <p:cTn id="68" dur="550" decel="100000" fill="hold"/>
                                        <p:tgtEl>
                                          <p:spTgt spid="15"/>
                                        </p:tgtEl>
                                        <p:attrNameLst>
                                          <p:attrName>ppt_x</p:attrName>
                                        </p:attrNameLst>
                                      </p:cBhvr>
                                      <p:tavLst>
                                        <p:tav tm="0">
                                          <p:val>
                                            <p:strVal val="#ppt_x"/>
                                          </p:val>
                                        </p:tav>
                                        <p:tav tm="100000">
                                          <p:val>
                                            <p:strVal val="#ppt_x"/>
                                          </p:val>
                                        </p:tav>
                                      </p:tavLst>
                                    </p:anim>
                                    <p:anim calcmode="lin" valueType="num">
                                      <p:cBhvr>
                                        <p:cTn id="69" dur="550" decel="100000" fill="hold"/>
                                        <p:tgtEl>
                                          <p:spTgt spid="15"/>
                                        </p:tgtEl>
                                        <p:attrNameLst>
                                          <p:attrName>ppt_y</p:attrName>
                                        </p:attrNameLst>
                                      </p:cBhvr>
                                      <p:tavLst>
                                        <p:tav tm="0">
                                          <p:val>
                                            <p:strVal val="#ppt_y+.035"/>
                                          </p:val>
                                        </p:tav>
                                        <p:tav tm="100000">
                                          <p:val>
                                            <p:strVal val="#ppt_y"/>
                                          </p:val>
                                        </p:tav>
                                      </p:tavLst>
                                    </p:anim>
                                  </p:childTnLst>
                                </p:cTn>
                              </p:par>
                              <p:par>
                                <p:cTn id="70" presetID="42" presetClass="entr" presetSubtype="0" fill="hold" grpId="0" nodeType="withEffect">
                                  <p:stCondLst>
                                    <p:cond delay="1570"/>
                                  </p:stCondLst>
                                  <p:childTnLst>
                                    <p:set>
                                      <p:cBhvr>
                                        <p:cTn id="71" dur="1" fill="hold">
                                          <p:stCondLst>
                                            <p:cond delay="0"/>
                                          </p:stCondLst>
                                        </p:cTn>
                                        <p:tgtEl>
                                          <p:spTgt spid="16"/>
                                        </p:tgtEl>
                                        <p:attrNameLst>
                                          <p:attrName>style.visibility</p:attrName>
                                        </p:attrNameLst>
                                      </p:cBhvr>
                                      <p:to>
                                        <p:strVal val="visible"/>
                                      </p:to>
                                    </p:set>
                                    <p:animEffect transition="in" filter="fade">
                                      <p:cBhvr>
                                        <p:cTn id="72" dur="550"/>
                                        <p:tgtEl>
                                          <p:spTgt spid="16"/>
                                        </p:tgtEl>
                                      </p:cBhvr>
                                    </p:animEffect>
                                    <p:anim calcmode="lin" valueType="num">
                                      <p:cBhvr>
                                        <p:cTn id="73" dur="550" decel="100000" fill="hold"/>
                                        <p:tgtEl>
                                          <p:spTgt spid="16"/>
                                        </p:tgtEl>
                                        <p:attrNameLst>
                                          <p:attrName>ppt_x</p:attrName>
                                        </p:attrNameLst>
                                      </p:cBhvr>
                                      <p:tavLst>
                                        <p:tav tm="0">
                                          <p:val>
                                            <p:strVal val="#ppt_x"/>
                                          </p:val>
                                        </p:tav>
                                        <p:tav tm="100000">
                                          <p:val>
                                            <p:strVal val="#ppt_x"/>
                                          </p:val>
                                        </p:tav>
                                      </p:tavLst>
                                    </p:anim>
                                    <p:anim calcmode="lin" valueType="num">
                                      <p:cBhvr>
                                        <p:cTn id="74" dur="550" decel="100000" fill="hold"/>
                                        <p:tgtEl>
                                          <p:spTgt spid="16"/>
                                        </p:tgtEl>
                                        <p:attrNameLst>
                                          <p:attrName>ppt_y</p:attrName>
                                        </p:attrNameLst>
                                      </p:cBhvr>
                                      <p:tavLst>
                                        <p:tav tm="0">
                                          <p:val>
                                            <p:strVal val="#ppt_y+.035"/>
                                          </p:val>
                                        </p:tav>
                                        <p:tav tm="100000">
                                          <p:val>
                                            <p:strVal val="#ppt_y"/>
                                          </p:val>
                                        </p:tav>
                                      </p:tavLst>
                                    </p:anim>
                                  </p:childTnLst>
                                </p:cTn>
                              </p:par>
                              <p:par>
                                <p:cTn id="75" presetID="42" presetClass="entr" presetSubtype="0" fill="hold" grpId="0" nodeType="withEffect">
                                  <p:stCondLst>
                                    <p:cond delay="179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550"/>
                                        <p:tgtEl>
                                          <p:spTgt spid="17"/>
                                        </p:tgtEl>
                                      </p:cBhvr>
                                    </p:animEffect>
                                    <p:anim calcmode="lin" valueType="num">
                                      <p:cBhvr>
                                        <p:cTn id="78" dur="550" decel="100000" fill="hold"/>
                                        <p:tgtEl>
                                          <p:spTgt spid="17"/>
                                        </p:tgtEl>
                                        <p:attrNameLst>
                                          <p:attrName>ppt_x</p:attrName>
                                        </p:attrNameLst>
                                      </p:cBhvr>
                                      <p:tavLst>
                                        <p:tav tm="0">
                                          <p:val>
                                            <p:strVal val="#ppt_x"/>
                                          </p:val>
                                        </p:tav>
                                        <p:tav tm="100000">
                                          <p:val>
                                            <p:strVal val="#ppt_x"/>
                                          </p:val>
                                        </p:tav>
                                      </p:tavLst>
                                    </p:anim>
                                    <p:anim calcmode="lin" valueType="num">
                                      <p:cBhvr>
                                        <p:cTn id="79" dur="550" decel="100000" fill="hold"/>
                                        <p:tgtEl>
                                          <p:spTgt spid="17"/>
                                        </p:tgtEl>
                                        <p:attrNameLst>
                                          <p:attrName>ppt_y</p:attrName>
                                        </p:attrNameLst>
                                      </p:cBhvr>
                                      <p:tavLst>
                                        <p:tav tm="0">
                                          <p:val>
                                            <p:strVal val="#ppt_y+.035"/>
                                          </p:val>
                                        </p:tav>
                                        <p:tav tm="100000">
                                          <p:val>
                                            <p:strVal val="#ppt_y"/>
                                          </p:val>
                                        </p:tav>
                                      </p:tavLst>
                                    </p:anim>
                                  </p:childTnLst>
                                </p:cTn>
                              </p:par>
                              <p:par>
                                <p:cTn id="80" presetID="42" presetClass="entr" presetSubtype="0" fill="hold" grpId="0" nodeType="withEffect">
                                  <p:stCondLst>
                                    <p:cond delay="1790"/>
                                  </p:stCondLst>
                                  <p:childTnLst>
                                    <p:set>
                                      <p:cBhvr>
                                        <p:cTn id="81" dur="1" fill="hold">
                                          <p:stCondLst>
                                            <p:cond delay="0"/>
                                          </p:stCondLst>
                                        </p:cTn>
                                        <p:tgtEl>
                                          <p:spTgt spid="18"/>
                                        </p:tgtEl>
                                        <p:attrNameLst>
                                          <p:attrName>style.visibility</p:attrName>
                                        </p:attrNameLst>
                                      </p:cBhvr>
                                      <p:to>
                                        <p:strVal val="visible"/>
                                      </p:to>
                                    </p:set>
                                    <p:animEffect transition="in" filter="fade">
                                      <p:cBhvr>
                                        <p:cTn id="82" dur="550"/>
                                        <p:tgtEl>
                                          <p:spTgt spid="18"/>
                                        </p:tgtEl>
                                      </p:cBhvr>
                                    </p:animEffect>
                                    <p:anim calcmode="lin" valueType="num">
                                      <p:cBhvr>
                                        <p:cTn id="83" dur="550" decel="100000" fill="hold"/>
                                        <p:tgtEl>
                                          <p:spTgt spid="18"/>
                                        </p:tgtEl>
                                        <p:attrNameLst>
                                          <p:attrName>ppt_x</p:attrName>
                                        </p:attrNameLst>
                                      </p:cBhvr>
                                      <p:tavLst>
                                        <p:tav tm="0">
                                          <p:val>
                                            <p:strVal val="#ppt_x"/>
                                          </p:val>
                                        </p:tav>
                                        <p:tav tm="100000">
                                          <p:val>
                                            <p:strVal val="#ppt_x"/>
                                          </p:val>
                                        </p:tav>
                                      </p:tavLst>
                                    </p:anim>
                                    <p:anim calcmode="lin" valueType="num">
                                      <p:cBhvr>
                                        <p:cTn id="84" dur="550" decel="100000" fill="hold"/>
                                        <p:tgtEl>
                                          <p:spTgt spid="18"/>
                                        </p:tgtEl>
                                        <p:attrNameLst>
                                          <p:attrName>ppt_y</p:attrName>
                                        </p:attrNameLst>
                                      </p:cBhvr>
                                      <p:tavLst>
                                        <p:tav tm="0">
                                          <p:val>
                                            <p:strVal val="#ppt_y+.035"/>
                                          </p:val>
                                        </p:tav>
                                        <p:tav tm="100000">
                                          <p:val>
                                            <p:strVal val="#ppt_y"/>
                                          </p:val>
                                        </p:tav>
                                      </p:tavLst>
                                    </p:anim>
                                  </p:childTnLst>
                                </p:cTn>
                              </p:par>
                              <p:par>
                                <p:cTn id="85" presetID="42" presetClass="entr" presetSubtype="0" fill="hold" grpId="0" nodeType="withEffect">
                                  <p:stCondLst>
                                    <p:cond delay="179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550"/>
                                        <p:tgtEl>
                                          <p:spTgt spid="19"/>
                                        </p:tgtEl>
                                      </p:cBhvr>
                                    </p:animEffect>
                                    <p:anim calcmode="lin" valueType="num">
                                      <p:cBhvr>
                                        <p:cTn id="88" dur="550" decel="100000" fill="hold"/>
                                        <p:tgtEl>
                                          <p:spTgt spid="19"/>
                                        </p:tgtEl>
                                        <p:attrNameLst>
                                          <p:attrName>ppt_x</p:attrName>
                                        </p:attrNameLst>
                                      </p:cBhvr>
                                      <p:tavLst>
                                        <p:tav tm="0">
                                          <p:val>
                                            <p:strVal val="#ppt_x"/>
                                          </p:val>
                                        </p:tav>
                                        <p:tav tm="100000">
                                          <p:val>
                                            <p:strVal val="#ppt_x"/>
                                          </p:val>
                                        </p:tav>
                                      </p:tavLst>
                                    </p:anim>
                                    <p:anim calcmode="lin" valueType="num">
                                      <p:cBhvr>
                                        <p:cTn id="89" dur="550" decel="100000" fill="hold"/>
                                        <p:tgtEl>
                                          <p:spTgt spid="19"/>
                                        </p:tgtEl>
                                        <p:attrNameLst>
                                          <p:attrName>ppt_y</p:attrName>
                                        </p:attrNameLst>
                                      </p:cBhvr>
                                      <p:tavLst>
                                        <p:tav tm="0">
                                          <p:val>
                                            <p:strVal val="#ppt_y+.03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theme/theme1.xml><?xml version="1.0" encoding="utf-8"?>
<a:theme xmlns:a="http://schemas.openxmlformats.org/drawingml/2006/main" name="Campus Event Hub">
  <a:themeElements>
    <a:clrScheme name="Campus Event Hub">
      <a:dk1>
        <a:srgbClr val="0B0B1A"/>
      </a:dk1>
      <a:lt1>
        <a:srgbClr val="F1F5F9"/>
      </a:lt1>
      <a:dk2>
        <a:srgbClr val="14142B"/>
      </a:dk2>
      <a:lt2>
        <a:srgbClr val="A3AED0"/>
      </a:lt2>
      <a:accent1>
        <a:srgbClr val="6366F1"/>
      </a:accent1>
      <a:accent2>
        <a:srgbClr val="F472B6"/>
      </a:accent2>
      <a:accent3>
        <a:srgbClr val="F97316"/>
      </a:accent3>
      <a:accent4>
        <a:srgbClr val="4ADE80"/>
      </a:accent4>
      <a:accent5>
        <a:srgbClr val="A5B4FC"/>
      </a:accent5>
      <a:accent6>
        <a:srgbClr val="F87171"/>
      </a:accent6>
      <a:hlink>
        <a:srgbClr val="A5B4FC"/>
      </a:hlink>
      <a:folHlink>
        <a:srgbClr val="F472B6"/>
      </a:folHlink>
    </a:clrScheme>
    <a:fontScheme name="Campus Event Hub">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Event Hub: project presentation</dc:title>
  <dc:subject>Web Technologies (AIM3140) project</dc:subject>
  <dc:creator>Sahil Lenka</dc:creator>
  <cp:lastModifiedBy>Sahil Lenka</cp:lastModifiedBy>
  <cp:revision>1</cp:revision>
  <dcterms:created xsi:type="dcterms:W3CDTF">2026-10-18T23:33:23Z</dcterms:created>
  <dcterms:modified xsi:type="dcterms:W3CDTF">2026-10-18T23:33:23Z</dcterms:modified>
</cp:coreProperties>
</file>